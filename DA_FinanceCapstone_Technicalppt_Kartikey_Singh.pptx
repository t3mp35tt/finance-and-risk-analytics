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media/image20.jpg" ContentType="image/png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0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diagrams/_rels/data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diagrams/_rels/data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diagrams/_rels/data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iagrams/_rels/data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diagrams/_rels/drawing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diagrams/_rels/drawing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diagrams/_rels/drawing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iagrams/_rels/drawing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CFB6AC-8EA5-4BF4-90E8-23B02027346D}" type="doc">
      <dgm:prSet loTypeId="urn:microsoft.com/office/officeart/2005/8/layout/vList2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73046CC-B8F4-43DA-866A-B7D47EB2F40C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/>
            <a:t>Stock Market Portfolio Analysis &amp; Investment Strategy (2015–2020)</a:t>
          </a:r>
          <a:endParaRPr lang="en-IN" dirty="0"/>
        </a:p>
      </dgm:t>
    </dgm:pt>
    <dgm:pt modelId="{9DD2020F-FE36-4172-88F3-9BEB9EF2B832}" type="parTrans" cxnId="{C3064920-A0DB-40A3-9B6B-93C9F963DB90}">
      <dgm:prSet/>
      <dgm:spPr/>
      <dgm:t>
        <a:bodyPr/>
        <a:lstStyle/>
        <a:p>
          <a:endParaRPr lang="en-IN"/>
        </a:p>
      </dgm:t>
    </dgm:pt>
    <dgm:pt modelId="{46519C3B-9A9A-447A-ACD8-FDFCB083D85E}" type="sibTrans" cxnId="{C3064920-A0DB-40A3-9B6B-93C9F963DB90}">
      <dgm:prSet/>
      <dgm:spPr/>
      <dgm:t>
        <a:bodyPr/>
        <a:lstStyle/>
        <a:p>
          <a:endParaRPr lang="en-IN"/>
        </a:p>
      </dgm:t>
    </dgm:pt>
    <dgm:pt modelId="{AC8BD6D4-5B18-4695-BD5D-8C6C2C964539}" type="pres">
      <dgm:prSet presAssocID="{7FCFB6AC-8EA5-4BF4-90E8-23B02027346D}" presName="linear" presStyleCnt="0">
        <dgm:presLayoutVars>
          <dgm:animLvl val="lvl"/>
          <dgm:resizeHandles val="exact"/>
        </dgm:presLayoutVars>
      </dgm:prSet>
      <dgm:spPr/>
    </dgm:pt>
    <dgm:pt modelId="{4C814191-4E29-4CA9-912B-9B9835014668}" type="pres">
      <dgm:prSet presAssocID="{A73046CC-B8F4-43DA-866A-B7D47EB2F40C}" presName="parentText" presStyleLbl="node1" presStyleIdx="0" presStyleCnt="1" custLinFactNeighborX="5722" custLinFactNeighborY="14870">
        <dgm:presLayoutVars>
          <dgm:chMax val="0"/>
          <dgm:bulletEnabled val="1"/>
        </dgm:presLayoutVars>
      </dgm:prSet>
      <dgm:spPr/>
    </dgm:pt>
  </dgm:ptLst>
  <dgm:cxnLst>
    <dgm:cxn modelId="{C3064920-A0DB-40A3-9B6B-93C9F963DB90}" srcId="{7FCFB6AC-8EA5-4BF4-90E8-23B02027346D}" destId="{A73046CC-B8F4-43DA-866A-B7D47EB2F40C}" srcOrd="0" destOrd="0" parTransId="{9DD2020F-FE36-4172-88F3-9BEB9EF2B832}" sibTransId="{46519C3B-9A9A-447A-ACD8-FDFCB083D85E}"/>
    <dgm:cxn modelId="{862CDB75-0F94-4A28-9D26-329165C90538}" type="presOf" srcId="{A73046CC-B8F4-43DA-866A-B7D47EB2F40C}" destId="{4C814191-4E29-4CA9-912B-9B9835014668}" srcOrd="0" destOrd="0" presId="urn:microsoft.com/office/officeart/2005/8/layout/vList2"/>
    <dgm:cxn modelId="{65EBDAB5-384A-401B-8446-960AD26FC982}" type="presOf" srcId="{7FCFB6AC-8EA5-4BF4-90E8-23B02027346D}" destId="{AC8BD6D4-5B18-4695-BD5D-8C6C2C964539}" srcOrd="0" destOrd="0" presId="urn:microsoft.com/office/officeart/2005/8/layout/vList2"/>
    <dgm:cxn modelId="{4CAD12CC-3824-4890-930E-BF110488C525}" type="presParOf" srcId="{AC8BD6D4-5B18-4695-BD5D-8C6C2C964539}" destId="{4C814191-4E29-4CA9-912B-9B9835014668}" srcOrd="0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AF8DA9-BE58-471B-94AD-184375988C6D}" type="doc">
      <dgm:prSet loTypeId="urn:microsoft.com/office/officeart/2005/8/layout/target3" loCatId="relationship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66FEBEC-128E-4A26-A1F4-7E41C25007C6}">
      <dgm:prSet/>
      <dgm:spPr/>
      <dgm:t>
        <a:bodyPr/>
        <a:lstStyle/>
        <a:p>
          <a:r>
            <a:rPr lang="en-US"/>
            <a:t>Kartikey Singh</a:t>
          </a:r>
          <a:endParaRPr lang="en-IN" dirty="0"/>
        </a:p>
      </dgm:t>
    </dgm:pt>
    <dgm:pt modelId="{DB3CEFDE-9783-494F-96B1-85204574E1C6}" type="parTrans" cxnId="{76BFEF77-FB9A-4B48-B4FD-30954E0FC715}">
      <dgm:prSet/>
      <dgm:spPr/>
      <dgm:t>
        <a:bodyPr/>
        <a:lstStyle/>
        <a:p>
          <a:endParaRPr lang="en-IN"/>
        </a:p>
      </dgm:t>
    </dgm:pt>
    <dgm:pt modelId="{CA9521B2-4ECE-4098-B6FF-B73324827E30}" type="sibTrans" cxnId="{76BFEF77-FB9A-4B48-B4FD-30954E0FC715}">
      <dgm:prSet/>
      <dgm:spPr/>
      <dgm:t>
        <a:bodyPr/>
        <a:lstStyle/>
        <a:p>
          <a:endParaRPr lang="en-IN"/>
        </a:p>
      </dgm:t>
    </dgm:pt>
    <dgm:pt modelId="{B1E1BD8E-825C-4179-A3F9-C36B8F10C3C7}">
      <dgm:prSet/>
      <dgm:spPr/>
      <dgm:t>
        <a:bodyPr/>
        <a:lstStyle/>
        <a:p>
          <a:r>
            <a:rPr lang="en-IN" b="1"/>
            <a:t>upGrad &amp; IIITB | Data Science Program (Feb 2025)</a:t>
          </a:r>
          <a:endParaRPr lang="en-IN" dirty="0"/>
        </a:p>
      </dgm:t>
    </dgm:pt>
    <dgm:pt modelId="{4E979CE7-6791-47AE-A339-859F69CBE54C}" type="parTrans" cxnId="{3BC5A0FD-9305-40C3-9EFB-5957EAB0772B}">
      <dgm:prSet/>
      <dgm:spPr/>
      <dgm:t>
        <a:bodyPr/>
        <a:lstStyle/>
        <a:p>
          <a:endParaRPr lang="en-IN"/>
        </a:p>
      </dgm:t>
    </dgm:pt>
    <dgm:pt modelId="{D507A153-63BB-400C-BEAB-C249CCF75704}" type="sibTrans" cxnId="{3BC5A0FD-9305-40C3-9EFB-5957EAB0772B}">
      <dgm:prSet/>
      <dgm:spPr/>
      <dgm:t>
        <a:bodyPr/>
        <a:lstStyle/>
        <a:p>
          <a:endParaRPr lang="en-IN"/>
        </a:p>
      </dgm:t>
    </dgm:pt>
    <dgm:pt modelId="{A579D6D2-BEAF-40A8-B893-AA1B2C2045CA}">
      <dgm:prSet/>
      <dgm:spPr/>
      <dgm:t>
        <a:bodyPr/>
        <a:lstStyle/>
        <a:p>
          <a:r>
            <a:rPr lang="en-IN" b="1"/>
            <a:t>DD/MM/YYYY</a:t>
          </a:r>
          <a:endParaRPr lang="en-IN" dirty="0"/>
        </a:p>
      </dgm:t>
    </dgm:pt>
    <dgm:pt modelId="{B6FD67F2-5164-4F2E-97FF-50FD7476632B}" type="parTrans" cxnId="{BCBE2EF1-7F8C-4313-A93E-A24DAF38ACA6}">
      <dgm:prSet/>
      <dgm:spPr/>
      <dgm:t>
        <a:bodyPr/>
        <a:lstStyle/>
        <a:p>
          <a:endParaRPr lang="en-IN"/>
        </a:p>
      </dgm:t>
    </dgm:pt>
    <dgm:pt modelId="{B2A1B140-0E3C-4E80-A549-39A4FA1E65AD}" type="sibTrans" cxnId="{BCBE2EF1-7F8C-4313-A93E-A24DAF38ACA6}">
      <dgm:prSet/>
      <dgm:spPr/>
      <dgm:t>
        <a:bodyPr/>
        <a:lstStyle/>
        <a:p>
          <a:endParaRPr lang="en-IN"/>
        </a:p>
      </dgm:t>
    </dgm:pt>
    <dgm:pt modelId="{C1EC9D26-855C-4A44-A700-4F8ECA1CF686}" type="pres">
      <dgm:prSet presAssocID="{FBAF8DA9-BE58-471B-94AD-184375988C6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B5BA0005-94CE-44FE-9AF2-4F2DDD52CDD1}" type="pres">
      <dgm:prSet presAssocID="{366FEBEC-128E-4A26-A1F4-7E41C25007C6}" presName="circle1" presStyleLbl="node1" presStyleIdx="0" presStyleCnt="3"/>
      <dgm:spPr>
        <a:solidFill>
          <a:schemeClr val="accent4">
            <a:lumMod val="50000"/>
          </a:schemeClr>
        </a:solidFill>
      </dgm:spPr>
    </dgm:pt>
    <dgm:pt modelId="{142A2E85-7E35-481D-B9A7-7EC9FD44A35F}" type="pres">
      <dgm:prSet presAssocID="{366FEBEC-128E-4A26-A1F4-7E41C25007C6}" presName="space" presStyleCnt="0"/>
      <dgm:spPr/>
    </dgm:pt>
    <dgm:pt modelId="{DD9854AD-376A-4FE7-A76E-CBC188D04F5C}" type="pres">
      <dgm:prSet presAssocID="{366FEBEC-128E-4A26-A1F4-7E41C25007C6}" presName="rect1" presStyleLbl="alignAcc1" presStyleIdx="0" presStyleCnt="3" custLinFactNeighborX="333" custLinFactNeighborY="2445"/>
      <dgm:spPr/>
    </dgm:pt>
    <dgm:pt modelId="{28C059B5-EAFC-49B1-8B9F-59D658720F47}" type="pres">
      <dgm:prSet presAssocID="{B1E1BD8E-825C-4179-A3F9-C36B8F10C3C7}" presName="vertSpace2" presStyleLbl="node1" presStyleIdx="0" presStyleCnt="3"/>
      <dgm:spPr/>
    </dgm:pt>
    <dgm:pt modelId="{44F765D9-1ECF-43CC-A86C-CA64584612AC}" type="pres">
      <dgm:prSet presAssocID="{B1E1BD8E-825C-4179-A3F9-C36B8F10C3C7}" presName="circle2" presStyleLbl="node1" presStyleIdx="1" presStyleCnt="3"/>
      <dgm:spPr>
        <a:solidFill>
          <a:schemeClr val="accent4">
            <a:lumMod val="50000"/>
          </a:schemeClr>
        </a:solidFill>
      </dgm:spPr>
    </dgm:pt>
    <dgm:pt modelId="{B2480FCF-E7D7-4823-9F66-C6D37E7FD9B1}" type="pres">
      <dgm:prSet presAssocID="{B1E1BD8E-825C-4179-A3F9-C36B8F10C3C7}" presName="rect2" presStyleLbl="alignAcc1" presStyleIdx="1" presStyleCnt="3"/>
      <dgm:spPr/>
    </dgm:pt>
    <dgm:pt modelId="{0F0E7ED9-9245-46F0-B59B-CD557B93AA94}" type="pres">
      <dgm:prSet presAssocID="{A579D6D2-BEAF-40A8-B893-AA1B2C2045CA}" presName="vertSpace3" presStyleLbl="node1" presStyleIdx="1" presStyleCnt="3"/>
      <dgm:spPr/>
    </dgm:pt>
    <dgm:pt modelId="{F4F6CEC4-45F4-42C2-9439-E43B2F5970A3}" type="pres">
      <dgm:prSet presAssocID="{A579D6D2-BEAF-40A8-B893-AA1B2C2045CA}" presName="circle3" presStyleLbl="node1" presStyleIdx="2" presStyleCnt="3"/>
      <dgm:spPr>
        <a:solidFill>
          <a:schemeClr val="accent4">
            <a:lumMod val="50000"/>
          </a:schemeClr>
        </a:solidFill>
      </dgm:spPr>
    </dgm:pt>
    <dgm:pt modelId="{E4F3065E-3D9E-4B5B-8605-8A8A0A6C5E96}" type="pres">
      <dgm:prSet presAssocID="{A579D6D2-BEAF-40A8-B893-AA1B2C2045CA}" presName="rect3" presStyleLbl="alignAcc1" presStyleIdx="2" presStyleCnt="3"/>
      <dgm:spPr/>
    </dgm:pt>
    <dgm:pt modelId="{058449DE-965B-4E7E-9A4F-5581943B4088}" type="pres">
      <dgm:prSet presAssocID="{366FEBEC-128E-4A26-A1F4-7E41C25007C6}" presName="rect1ParTxNoCh" presStyleLbl="alignAcc1" presStyleIdx="2" presStyleCnt="3">
        <dgm:presLayoutVars>
          <dgm:chMax val="1"/>
          <dgm:bulletEnabled val="1"/>
        </dgm:presLayoutVars>
      </dgm:prSet>
      <dgm:spPr/>
    </dgm:pt>
    <dgm:pt modelId="{B29B171A-B9B7-4397-8F87-451296DAF76D}" type="pres">
      <dgm:prSet presAssocID="{B1E1BD8E-825C-4179-A3F9-C36B8F10C3C7}" presName="rect2ParTxNoCh" presStyleLbl="alignAcc1" presStyleIdx="2" presStyleCnt="3">
        <dgm:presLayoutVars>
          <dgm:chMax val="1"/>
          <dgm:bulletEnabled val="1"/>
        </dgm:presLayoutVars>
      </dgm:prSet>
      <dgm:spPr/>
    </dgm:pt>
    <dgm:pt modelId="{47B9AD63-27FA-4273-A0A0-4522306346C1}" type="pres">
      <dgm:prSet presAssocID="{A579D6D2-BEAF-40A8-B893-AA1B2C2045CA}" presName="rect3ParTxNoCh" presStyleLbl="alignAcc1" presStyleIdx="2" presStyleCnt="3">
        <dgm:presLayoutVars>
          <dgm:chMax val="1"/>
          <dgm:bulletEnabled val="1"/>
        </dgm:presLayoutVars>
      </dgm:prSet>
      <dgm:spPr/>
    </dgm:pt>
  </dgm:ptLst>
  <dgm:cxnLst>
    <dgm:cxn modelId="{2FA6C117-C9F0-4621-BD68-271DE4C02D6E}" type="presOf" srcId="{B1E1BD8E-825C-4179-A3F9-C36B8F10C3C7}" destId="{B2480FCF-E7D7-4823-9F66-C6D37E7FD9B1}" srcOrd="0" destOrd="0" presId="urn:microsoft.com/office/officeart/2005/8/layout/target3"/>
    <dgm:cxn modelId="{316E061E-7174-45E9-9E76-E21C1A434BD9}" type="presOf" srcId="{B1E1BD8E-825C-4179-A3F9-C36B8F10C3C7}" destId="{B29B171A-B9B7-4397-8F87-451296DAF76D}" srcOrd="1" destOrd="0" presId="urn:microsoft.com/office/officeart/2005/8/layout/target3"/>
    <dgm:cxn modelId="{BB234728-072E-43F0-A648-667562EDCCFA}" type="presOf" srcId="{A579D6D2-BEAF-40A8-B893-AA1B2C2045CA}" destId="{E4F3065E-3D9E-4B5B-8605-8A8A0A6C5E96}" srcOrd="0" destOrd="0" presId="urn:microsoft.com/office/officeart/2005/8/layout/target3"/>
    <dgm:cxn modelId="{76BFEF77-FB9A-4B48-B4FD-30954E0FC715}" srcId="{FBAF8DA9-BE58-471B-94AD-184375988C6D}" destId="{366FEBEC-128E-4A26-A1F4-7E41C25007C6}" srcOrd="0" destOrd="0" parTransId="{DB3CEFDE-9783-494F-96B1-85204574E1C6}" sibTransId="{CA9521B2-4ECE-4098-B6FF-B73324827E30}"/>
    <dgm:cxn modelId="{829C5398-2467-44FC-862B-468D2733DF18}" type="presOf" srcId="{A579D6D2-BEAF-40A8-B893-AA1B2C2045CA}" destId="{47B9AD63-27FA-4273-A0A0-4522306346C1}" srcOrd="1" destOrd="0" presId="urn:microsoft.com/office/officeart/2005/8/layout/target3"/>
    <dgm:cxn modelId="{481C38AB-6550-41A7-98B9-1C33A08ADD52}" type="presOf" srcId="{FBAF8DA9-BE58-471B-94AD-184375988C6D}" destId="{C1EC9D26-855C-4A44-A700-4F8ECA1CF686}" srcOrd="0" destOrd="0" presId="urn:microsoft.com/office/officeart/2005/8/layout/target3"/>
    <dgm:cxn modelId="{A253A4AF-081B-45D1-A1B2-4C76C7071DAA}" type="presOf" srcId="{366FEBEC-128E-4A26-A1F4-7E41C25007C6}" destId="{DD9854AD-376A-4FE7-A76E-CBC188D04F5C}" srcOrd="0" destOrd="0" presId="urn:microsoft.com/office/officeart/2005/8/layout/target3"/>
    <dgm:cxn modelId="{BD64E7D6-0D98-4CE7-964D-5D0238C980D7}" type="presOf" srcId="{366FEBEC-128E-4A26-A1F4-7E41C25007C6}" destId="{058449DE-965B-4E7E-9A4F-5581943B4088}" srcOrd="1" destOrd="0" presId="urn:microsoft.com/office/officeart/2005/8/layout/target3"/>
    <dgm:cxn modelId="{BCBE2EF1-7F8C-4313-A93E-A24DAF38ACA6}" srcId="{FBAF8DA9-BE58-471B-94AD-184375988C6D}" destId="{A579D6D2-BEAF-40A8-B893-AA1B2C2045CA}" srcOrd="2" destOrd="0" parTransId="{B6FD67F2-5164-4F2E-97FF-50FD7476632B}" sibTransId="{B2A1B140-0E3C-4E80-A549-39A4FA1E65AD}"/>
    <dgm:cxn modelId="{3BC5A0FD-9305-40C3-9EFB-5957EAB0772B}" srcId="{FBAF8DA9-BE58-471B-94AD-184375988C6D}" destId="{B1E1BD8E-825C-4179-A3F9-C36B8F10C3C7}" srcOrd="1" destOrd="0" parTransId="{4E979CE7-6791-47AE-A339-859F69CBE54C}" sibTransId="{D507A153-63BB-400C-BEAB-C249CCF75704}"/>
    <dgm:cxn modelId="{4A0E7FE0-0FFE-4776-8F5E-AC662394B6FA}" type="presParOf" srcId="{C1EC9D26-855C-4A44-A700-4F8ECA1CF686}" destId="{B5BA0005-94CE-44FE-9AF2-4F2DDD52CDD1}" srcOrd="0" destOrd="0" presId="urn:microsoft.com/office/officeart/2005/8/layout/target3"/>
    <dgm:cxn modelId="{219D242C-360B-4571-810E-64FF7FDF95D6}" type="presParOf" srcId="{C1EC9D26-855C-4A44-A700-4F8ECA1CF686}" destId="{142A2E85-7E35-481D-B9A7-7EC9FD44A35F}" srcOrd="1" destOrd="0" presId="urn:microsoft.com/office/officeart/2005/8/layout/target3"/>
    <dgm:cxn modelId="{F64EBD94-5817-490D-B8E1-B80352A71FEC}" type="presParOf" srcId="{C1EC9D26-855C-4A44-A700-4F8ECA1CF686}" destId="{DD9854AD-376A-4FE7-A76E-CBC188D04F5C}" srcOrd="2" destOrd="0" presId="urn:microsoft.com/office/officeart/2005/8/layout/target3"/>
    <dgm:cxn modelId="{4E0E1643-9649-4D93-8512-BFC639809A2A}" type="presParOf" srcId="{C1EC9D26-855C-4A44-A700-4F8ECA1CF686}" destId="{28C059B5-EAFC-49B1-8B9F-59D658720F47}" srcOrd="3" destOrd="0" presId="urn:microsoft.com/office/officeart/2005/8/layout/target3"/>
    <dgm:cxn modelId="{F7335B94-4B0D-44A7-8BDE-6A48F01B40DD}" type="presParOf" srcId="{C1EC9D26-855C-4A44-A700-4F8ECA1CF686}" destId="{44F765D9-1ECF-43CC-A86C-CA64584612AC}" srcOrd="4" destOrd="0" presId="urn:microsoft.com/office/officeart/2005/8/layout/target3"/>
    <dgm:cxn modelId="{80409C41-D1D3-455D-80CE-C2C3B06D846C}" type="presParOf" srcId="{C1EC9D26-855C-4A44-A700-4F8ECA1CF686}" destId="{B2480FCF-E7D7-4823-9F66-C6D37E7FD9B1}" srcOrd="5" destOrd="0" presId="urn:microsoft.com/office/officeart/2005/8/layout/target3"/>
    <dgm:cxn modelId="{47C55CED-4F8A-4013-B219-DB9DE9C37623}" type="presParOf" srcId="{C1EC9D26-855C-4A44-A700-4F8ECA1CF686}" destId="{0F0E7ED9-9245-46F0-B59B-CD557B93AA94}" srcOrd="6" destOrd="0" presId="urn:microsoft.com/office/officeart/2005/8/layout/target3"/>
    <dgm:cxn modelId="{8F385619-4419-44EF-B4D4-1897B70884A1}" type="presParOf" srcId="{C1EC9D26-855C-4A44-A700-4F8ECA1CF686}" destId="{F4F6CEC4-45F4-42C2-9439-E43B2F5970A3}" srcOrd="7" destOrd="0" presId="urn:microsoft.com/office/officeart/2005/8/layout/target3"/>
    <dgm:cxn modelId="{7D12F64E-2AB5-4363-B7BB-948699D3D77C}" type="presParOf" srcId="{C1EC9D26-855C-4A44-A700-4F8ECA1CF686}" destId="{E4F3065E-3D9E-4B5B-8605-8A8A0A6C5E96}" srcOrd="8" destOrd="0" presId="urn:microsoft.com/office/officeart/2005/8/layout/target3"/>
    <dgm:cxn modelId="{633CDB91-4C6F-45D6-BAC2-4B7EBCE3AEEA}" type="presParOf" srcId="{C1EC9D26-855C-4A44-A700-4F8ECA1CF686}" destId="{058449DE-965B-4E7E-9A4F-5581943B4088}" srcOrd="9" destOrd="0" presId="urn:microsoft.com/office/officeart/2005/8/layout/target3"/>
    <dgm:cxn modelId="{799AC990-52BE-4FC9-9846-09392BEC3D16}" type="presParOf" srcId="{C1EC9D26-855C-4A44-A700-4F8ECA1CF686}" destId="{B29B171A-B9B7-4397-8F87-451296DAF76D}" srcOrd="10" destOrd="0" presId="urn:microsoft.com/office/officeart/2005/8/layout/target3"/>
    <dgm:cxn modelId="{B457E1D1-91BA-4243-BA6F-5838C8A93541}" type="presParOf" srcId="{C1EC9D26-855C-4A44-A700-4F8ECA1CF686}" destId="{47B9AD63-27FA-4273-A0A0-4522306346C1}" srcOrd="11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6F3AE37-AA5B-4526-BB51-4EEA41CB0077}" type="doc">
      <dgm:prSet loTypeId="urn:microsoft.com/office/officeart/2005/8/layout/hierarchy4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0955B95-E220-4E50-A4B9-33C3A6CAC221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/>
            <a:t>Objective</a:t>
          </a:r>
          <a:endParaRPr lang="en-IN" dirty="0"/>
        </a:p>
      </dgm:t>
    </dgm:pt>
    <dgm:pt modelId="{E1B218D5-0B3D-4915-BBE4-8553CEE403A6}" type="parTrans" cxnId="{9C0C0465-F780-4311-93FB-66878B662766}">
      <dgm:prSet/>
      <dgm:spPr/>
      <dgm:t>
        <a:bodyPr/>
        <a:lstStyle/>
        <a:p>
          <a:endParaRPr lang="en-IN"/>
        </a:p>
      </dgm:t>
    </dgm:pt>
    <dgm:pt modelId="{55CC25AD-494A-48A6-AC70-EA0CC6FEC718}" type="sibTrans" cxnId="{9C0C0465-F780-4311-93FB-66878B662766}">
      <dgm:prSet/>
      <dgm:spPr/>
      <dgm:t>
        <a:bodyPr/>
        <a:lstStyle/>
        <a:p>
          <a:endParaRPr lang="en-IN"/>
        </a:p>
      </dgm:t>
    </dgm:pt>
    <dgm:pt modelId="{6EF6CD06-82FA-4FBE-844B-A87A0176B7FC}" type="pres">
      <dgm:prSet presAssocID="{C6F3AE37-AA5B-4526-BB51-4EEA41CB0077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1A7C0B5-8DCB-499C-A505-2D8DBEDB9F5D}" type="pres">
      <dgm:prSet presAssocID="{00955B95-E220-4E50-A4B9-33C3A6CAC221}" presName="vertOne" presStyleCnt="0"/>
      <dgm:spPr/>
    </dgm:pt>
    <dgm:pt modelId="{7B8C15A9-AA11-4749-A5FC-CC237F57075B}" type="pres">
      <dgm:prSet presAssocID="{00955B95-E220-4E50-A4B9-33C3A6CAC221}" presName="txOne" presStyleLbl="node0" presStyleIdx="0" presStyleCnt="1">
        <dgm:presLayoutVars>
          <dgm:chPref val="3"/>
        </dgm:presLayoutVars>
      </dgm:prSet>
      <dgm:spPr/>
    </dgm:pt>
    <dgm:pt modelId="{1FDC5945-5B29-40AF-8854-6E7F3EC346D8}" type="pres">
      <dgm:prSet presAssocID="{00955B95-E220-4E50-A4B9-33C3A6CAC221}" presName="horzOne" presStyleCnt="0"/>
      <dgm:spPr/>
    </dgm:pt>
  </dgm:ptLst>
  <dgm:cxnLst>
    <dgm:cxn modelId="{54AA4224-67CA-4821-B7CF-5805222F92B6}" type="presOf" srcId="{C6F3AE37-AA5B-4526-BB51-4EEA41CB0077}" destId="{6EF6CD06-82FA-4FBE-844B-A87A0176B7FC}" srcOrd="0" destOrd="0" presId="urn:microsoft.com/office/officeart/2005/8/layout/hierarchy4"/>
    <dgm:cxn modelId="{9C0C0465-F780-4311-93FB-66878B662766}" srcId="{C6F3AE37-AA5B-4526-BB51-4EEA41CB0077}" destId="{00955B95-E220-4E50-A4B9-33C3A6CAC221}" srcOrd="0" destOrd="0" parTransId="{E1B218D5-0B3D-4915-BBE4-8553CEE403A6}" sibTransId="{55CC25AD-494A-48A6-AC70-EA0CC6FEC718}"/>
    <dgm:cxn modelId="{5CB127E0-BD44-4CDC-BAEC-2FA0BDF3EEF3}" type="presOf" srcId="{00955B95-E220-4E50-A4B9-33C3A6CAC221}" destId="{7B8C15A9-AA11-4749-A5FC-CC237F57075B}" srcOrd="0" destOrd="0" presId="urn:microsoft.com/office/officeart/2005/8/layout/hierarchy4"/>
    <dgm:cxn modelId="{7EC66E46-87BA-46F2-A8D0-DEF4E9E477ED}" type="presParOf" srcId="{6EF6CD06-82FA-4FBE-844B-A87A0176B7FC}" destId="{B1A7C0B5-8DCB-499C-A505-2D8DBEDB9F5D}" srcOrd="0" destOrd="0" presId="urn:microsoft.com/office/officeart/2005/8/layout/hierarchy4"/>
    <dgm:cxn modelId="{D88873E7-29DF-4CD5-8997-E1F006C4D71D}" type="presParOf" srcId="{B1A7C0B5-8DCB-499C-A505-2D8DBEDB9F5D}" destId="{7B8C15A9-AA11-4749-A5FC-CC237F57075B}" srcOrd="0" destOrd="0" presId="urn:microsoft.com/office/officeart/2005/8/layout/hierarchy4"/>
    <dgm:cxn modelId="{90CEB929-29A2-440A-AAA3-251142694BB6}" type="presParOf" srcId="{B1A7C0B5-8DCB-499C-A505-2D8DBEDB9F5D}" destId="{1FDC5945-5B29-40AF-8854-6E7F3EC346D8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BCF9F8-E3D7-497E-8957-C1C36FFB0462}" type="doc">
      <dgm:prSet loTypeId="urn:microsoft.com/office/officeart/2005/8/layout/hList7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363C011-9452-48AF-B86C-D60B41F0F397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2000" b="0" i="0" baseline="0" dirty="0"/>
            <a:t>Analyze stock market performance from </a:t>
          </a:r>
          <a:r>
            <a:rPr lang="en-US" sz="2000" b="1" i="0" baseline="0" dirty="0"/>
            <a:t>2015–2020</a:t>
          </a:r>
          <a:endParaRPr lang="en-IN" sz="2000" dirty="0"/>
        </a:p>
      </dgm:t>
    </dgm:pt>
    <dgm:pt modelId="{B5FBB288-7FFE-4D10-8C6A-3E6784EEF1F0}" type="parTrans" cxnId="{EC455ED4-667B-4AEC-AC54-36A53906B1F9}">
      <dgm:prSet/>
      <dgm:spPr/>
      <dgm:t>
        <a:bodyPr/>
        <a:lstStyle/>
        <a:p>
          <a:endParaRPr lang="en-IN"/>
        </a:p>
      </dgm:t>
    </dgm:pt>
    <dgm:pt modelId="{A95EA6A5-1982-4660-9BAB-8DF3874C7FF5}" type="sibTrans" cxnId="{EC455ED4-667B-4AEC-AC54-36A53906B1F9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endParaRPr lang="en-IN"/>
        </a:p>
      </dgm:t>
    </dgm:pt>
    <dgm:pt modelId="{43559836-622F-4A31-B9CC-E88BD0D97A2B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2000" b="0" i="0" baseline="0" dirty="0"/>
            <a:t>Evaluate risk, return, and correlations</a:t>
          </a:r>
          <a:endParaRPr lang="en-IN" sz="2000" dirty="0"/>
        </a:p>
      </dgm:t>
    </dgm:pt>
    <dgm:pt modelId="{73E3A319-B548-47EB-AB48-510E798D2569}" type="parTrans" cxnId="{0290AF95-2A0C-44B9-9E65-B69D56A84B04}">
      <dgm:prSet/>
      <dgm:spPr/>
      <dgm:t>
        <a:bodyPr/>
        <a:lstStyle/>
        <a:p>
          <a:endParaRPr lang="en-IN"/>
        </a:p>
      </dgm:t>
    </dgm:pt>
    <dgm:pt modelId="{A3634DF9-D195-4DF9-B653-CBF556AD0ACD}" type="sibTrans" cxnId="{0290AF95-2A0C-44B9-9E65-B69D56A84B04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endParaRPr lang="en-IN"/>
        </a:p>
      </dgm:t>
    </dgm:pt>
    <dgm:pt modelId="{E846D0EC-B7CD-4B91-9049-FC6BB4667256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2000" b="1" i="0" baseline="0" dirty="0"/>
            <a:t>Construct optimized portfolios </a:t>
          </a:r>
          <a:r>
            <a:rPr lang="en-US" sz="2000" b="0" i="0" baseline="0" dirty="0"/>
            <a:t>for two investor profiles</a:t>
          </a:r>
          <a:endParaRPr lang="en-IN" sz="2000" dirty="0"/>
        </a:p>
      </dgm:t>
    </dgm:pt>
    <dgm:pt modelId="{632FA093-434C-493B-8CFA-55863972C8A6}" type="parTrans" cxnId="{B116756C-6DEC-4A7E-8D1C-F32D1DFA688A}">
      <dgm:prSet/>
      <dgm:spPr/>
      <dgm:t>
        <a:bodyPr/>
        <a:lstStyle/>
        <a:p>
          <a:endParaRPr lang="en-IN"/>
        </a:p>
      </dgm:t>
    </dgm:pt>
    <dgm:pt modelId="{562E67CE-6AC2-4AF5-B959-15625A113A0A}" type="sibTrans" cxnId="{B116756C-6DEC-4A7E-8D1C-F32D1DFA688A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endParaRPr lang="en-IN"/>
        </a:p>
      </dgm:t>
    </dgm:pt>
    <dgm:pt modelId="{A46438B1-ED86-4DCA-A8BD-5E131D5FCBEC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2000" b="0" i="0" baseline="0" dirty="0"/>
            <a:t>Compare portfolio performance using </a:t>
          </a:r>
          <a:r>
            <a:rPr lang="en-US" sz="2000" b="1" i="0" baseline="0" dirty="0"/>
            <a:t>return, volatility, and Sharpe ratio</a:t>
          </a:r>
          <a:endParaRPr lang="en-IN" sz="2000" dirty="0"/>
        </a:p>
      </dgm:t>
    </dgm:pt>
    <dgm:pt modelId="{31B3AFB9-83FF-4993-9FC7-F9A2D5499490}" type="parTrans" cxnId="{960B12C8-48F3-4A73-BC58-52C6E51A7ED2}">
      <dgm:prSet/>
      <dgm:spPr/>
      <dgm:t>
        <a:bodyPr/>
        <a:lstStyle/>
        <a:p>
          <a:endParaRPr lang="en-IN"/>
        </a:p>
      </dgm:t>
    </dgm:pt>
    <dgm:pt modelId="{843E2EBD-4AE6-415D-ACBE-D1B1F2DE61CF}" type="sibTrans" cxnId="{960B12C8-48F3-4A73-BC58-52C6E51A7ED2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endParaRPr lang="en-IN"/>
        </a:p>
      </dgm:t>
    </dgm:pt>
    <dgm:pt modelId="{C6BBA565-7C2B-4D41-960C-5C2A1B880487}">
      <dgm:prSet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b="0" i="0" baseline="0" dirty="0"/>
            <a:t>Visualize insights using </a:t>
          </a:r>
          <a:r>
            <a:rPr lang="en-US" b="1" i="0" baseline="0" dirty="0"/>
            <a:t>Python analysis and Power BI dashboards</a:t>
          </a:r>
          <a:endParaRPr lang="en-IN" dirty="0"/>
        </a:p>
      </dgm:t>
    </dgm:pt>
    <dgm:pt modelId="{35A94D5F-9C32-4D4B-944C-09C721CB79D6}" type="parTrans" cxnId="{4A4E9C52-998C-4060-B4B3-A7DF360E73B2}">
      <dgm:prSet/>
      <dgm:spPr/>
      <dgm:t>
        <a:bodyPr/>
        <a:lstStyle/>
        <a:p>
          <a:endParaRPr lang="en-IN"/>
        </a:p>
      </dgm:t>
    </dgm:pt>
    <dgm:pt modelId="{8BAEB721-3A43-4874-8365-E5DF9BEC7A41}" type="sibTrans" cxnId="{4A4E9C52-998C-4060-B4B3-A7DF360E73B2}">
      <dgm:prSet/>
      <dgm:spPr/>
      <dgm:t>
        <a:bodyPr/>
        <a:lstStyle/>
        <a:p>
          <a:endParaRPr lang="en-IN"/>
        </a:p>
      </dgm:t>
    </dgm:pt>
    <dgm:pt modelId="{F2265A1A-15F3-4E06-BE02-3719812DE4F3}" type="pres">
      <dgm:prSet presAssocID="{AABCF9F8-E3D7-497E-8957-C1C36FFB0462}" presName="Name0" presStyleCnt="0">
        <dgm:presLayoutVars>
          <dgm:dir/>
          <dgm:resizeHandles val="exact"/>
        </dgm:presLayoutVars>
      </dgm:prSet>
      <dgm:spPr/>
    </dgm:pt>
    <dgm:pt modelId="{B80C1905-1A0D-49CC-9C67-D9D4518AFD53}" type="pres">
      <dgm:prSet presAssocID="{AABCF9F8-E3D7-497E-8957-C1C36FFB0462}" presName="fgShape" presStyleLbl="fgShp" presStyleIdx="0" presStyleCnt="1"/>
      <dgm:spPr>
        <a:solidFill>
          <a:schemeClr val="accent1">
            <a:tint val="60000"/>
            <a:hueOff val="0"/>
            <a:satOff val="0"/>
            <a:lumOff val="0"/>
            <a:alpha val="60000"/>
          </a:schemeClr>
        </a:solidFill>
        <a:ln>
          <a:solidFill>
            <a:schemeClr val="lt1">
              <a:hueOff val="0"/>
              <a:satOff val="0"/>
              <a:lumOff val="0"/>
            </a:schemeClr>
          </a:solidFill>
        </a:ln>
      </dgm:spPr>
    </dgm:pt>
    <dgm:pt modelId="{5E32E449-EBFF-4CD3-907C-CF2BB141D7C1}" type="pres">
      <dgm:prSet presAssocID="{AABCF9F8-E3D7-497E-8957-C1C36FFB0462}" presName="linComp" presStyleCnt="0"/>
      <dgm:spPr/>
    </dgm:pt>
    <dgm:pt modelId="{56015705-75AE-4671-907F-74450EABF69B}" type="pres">
      <dgm:prSet presAssocID="{D363C011-9452-48AF-B86C-D60B41F0F397}" presName="compNode" presStyleCnt="0"/>
      <dgm:spPr/>
    </dgm:pt>
    <dgm:pt modelId="{F68275BB-B908-4D07-866F-5AF77278E302}" type="pres">
      <dgm:prSet presAssocID="{D363C011-9452-48AF-B86C-D60B41F0F397}" presName="bkgdShape" presStyleLbl="node1" presStyleIdx="0" presStyleCnt="5"/>
      <dgm:spPr/>
    </dgm:pt>
    <dgm:pt modelId="{F8DEE2C8-2C07-4E82-A008-C285598C1B40}" type="pres">
      <dgm:prSet presAssocID="{D363C011-9452-48AF-B86C-D60B41F0F397}" presName="nodeTx" presStyleLbl="node1" presStyleIdx="0" presStyleCnt="5">
        <dgm:presLayoutVars>
          <dgm:bulletEnabled val="1"/>
        </dgm:presLayoutVars>
      </dgm:prSet>
      <dgm:spPr/>
    </dgm:pt>
    <dgm:pt modelId="{FD451D27-CCA8-4F3C-A060-533FA43EE482}" type="pres">
      <dgm:prSet presAssocID="{D363C011-9452-48AF-B86C-D60B41F0F397}" presName="invisiNode" presStyleLbl="node1" presStyleIdx="0" presStyleCnt="5"/>
      <dgm:spPr/>
    </dgm:pt>
    <dgm:pt modelId="{7DC1FDB6-D013-457F-9840-83757F3577A0}" type="pres">
      <dgm:prSet presAssocID="{D363C011-9452-48AF-B86C-D60B41F0F397}" presName="imagNode" presStyleLbl="fgImgPlace1" presStyleIdx="0" presStyleCnt="5"/>
      <dgm:spPr>
        <a:blipFill dpi="0" rotWithShape="1">
          <a:blip xmlns:r="http://schemas.openxmlformats.org/officeDocument/2006/relationships" r:embed="rId1">
            <a:alphaModFix amt="73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 with solid fill"/>
        </a:ext>
      </dgm:extLst>
    </dgm:pt>
    <dgm:pt modelId="{8966B395-141F-4B65-BF2D-012968475306}" type="pres">
      <dgm:prSet presAssocID="{A95EA6A5-1982-4660-9BAB-8DF3874C7FF5}" presName="sibTrans" presStyleLbl="sibTrans2D1" presStyleIdx="0" presStyleCnt="0"/>
      <dgm:spPr/>
    </dgm:pt>
    <dgm:pt modelId="{62BD57E9-0F31-450A-98D9-83D263E4811C}" type="pres">
      <dgm:prSet presAssocID="{43559836-622F-4A31-B9CC-E88BD0D97A2B}" presName="compNode" presStyleCnt="0"/>
      <dgm:spPr/>
    </dgm:pt>
    <dgm:pt modelId="{D08C8F9A-5163-4FFC-AA35-1A378D79A956}" type="pres">
      <dgm:prSet presAssocID="{43559836-622F-4A31-B9CC-E88BD0D97A2B}" presName="bkgdShape" presStyleLbl="node1" presStyleIdx="1" presStyleCnt="5"/>
      <dgm:spPr/>
    </dgm:pt>
    <dgm:pt modelId="{5D867E45-02CD-4361-86F4-F361D5CC41E8}" type="pres">
      <dgm:prSet presAssocID="{43559836-622F-4A31-B9CC-E88BD0D97A2B}" presName="nodeTx" presStyleLbl="node1" presStyleIdx="1" presStyleCnt="5">
        <dgm:presLayoutVars>
          <dgm:bulletEnabled val="1"/>
        </dgm:presLayoutVars>
      </dgm:prSet>
      <dgm:spPr/>
    </dgm:pt>
    <dgm:pt modelId="{EB4E96F4-8E31-462E-B8C9-6ABA614233D6}" type="pres">
      <dgm:prSet presAssocID="{43559836-622F-4A31-B9CC-E88BD0D97A2B}" presName="invisiNode" presStyleLbl="node1" presStyleIdx="1" presStyleCnt="5"/>
      <dgm:spPr/>
    </dgm:pt>
    <dgm:pt modelId="{7D0FEA49-1CC2-4C15-8A36-9B431470EA9F}" type="pres">
      <dgm:prSet presAssocID="{43559836-622F-4A31-B9CC-E88BD0D97A2B}" presName="imagNode" presStyleLbl="fgImgPlace1" presStyleIdx="1" presStyleCnt="5"/>
      <dgm:spPr>
        <a:blipFill dpi="0" rotWithShape="1">
          <a:blip xmlns:r="http://schemas.openxmlformats.org/officeDocument/2006/relationships" r:embed="rId3">
            <a:alphaModFix amt="45000"/>
          </a:blip>
          <a:srcRect/>
          <a:stretch>
            <a:fillRect l="15218" t="15218" r="15218" b="15218"/>
          </a:stretch>
        </a:blipFill>
        <a:ln>
          <a:noFill/>
        </a:ln>
      </dgm:spPr>
    </dgm:pt>
    <dgm:pt modelId="{167E9079-F9FB-4078-AD4A-34B4BDA1424C}" type="pres">
      <dgm:prSet presAssocID="{A3634DF9-D195-4DF9-B653-CBF556AD0ACD}" presName="sibTrans" presStyleLbl="sibTrans2D1" presStyleIdx="0" presStyleCnt="0"/>
      <dgm:spPr/>
    </dgm:pt>
    <dgm:pt modelId="{CA0DACE1-6980-4841-A08C-40362A30DCF2}" type="pres">
      <dgm:prSet presAssocID="{E846D0EC-B7CD-4B91-9049-FC6BB4667256}" presName="compNode" presStyleCnt="0"/>
      <dgm:spPr/>
    </dgm:pt>
    <dgm:pt modelId="{23F5A22D-1B84-4043-8FF7-1CF31EDDFBAE}" type="pres">
      <dgm:prSet presAssocID="{E846D0EC-B7CD-4B91-9049-FC6BB4667256}" presName="bkgdShape" presStyleLbl="node1" presStyleIdx="2" presStyleCnt="5"/>
      <dgm:spPr/>
    </dgm:pt>
    <dgm:pt modelId="{1D095F46-D794-483A-B84A-D9A596C1BC68}" type="pres">
      <dgm:prSet presAssocID="{E846D0EC-B7CD-4B91-9049-FC6BB4667256}" presName="nodeTx" presStyleLbl="node1" presStyleIdx="2" presStyleCnt="5">
        <dgm:presLayoutVars>
          <dgm:bulletEnabled val="1"/>
        </dgm:presLayoutVars>
      </dgm:prSet>
      <dgm:spPr/>
    </dgm:pt>
    <dgm:pt modelId="{2E9CB575-DD13-4A86-A616-8F1D99CE8928}" type="pres">
      <dgm:prSet presAssocID="{E846D0EC-B7CD-4B91-9049-FC6BB4667256}" presName="invisiNode" presStyleLbl="node1" presStyleIdx="2" presStyleCnt="5"/>
      <dgm:spPr/>
    </dgm:pt>
    <dgm:pt modelId="{10CEB104-B093-4897-B212-42D7431084DF}" type="pres">
      <dgm:prSet presAssocID="{E846D0EC-B7CD-4B91-9049-FC6BB4667256}" presName="imagNode" presStyleLbl="fgImgPlace1" presStyleIdx="2" presStyleCnt="5"/>
      <dgm:spPr>
        <a:blipFill dpi="0" rotWithShape="1">
          <a:blip xmlns:r="http://schemas.openxmlformats.org/officeDocument/2006/relationships" r:embed="rId4">
            <a:alphaModFix amt="73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 with solid fill"/>
        </a:ext>
      </dgm:extLst>
    </dgm:pt>
    <dgm:pt modelId="{37394D73-0B1E-4371-AD34-9642E50F8FAD}" type="pres">
      <dgm:prSet presAssocID="{562E67CE-6AC2-4AF5-B959-15625A113A0A}" presName="sibTrans" presStyleLbl="sibTrans2D1" presStyleIdx="0" presStyleCnt="0"/>
      <dgm:spPr/>
    </dgm:pt>
    <dgm:pt modelId="{B1E4D22F-F847-476A-9DC8-8D03017E6723}" type="pres">
      <dgm:prSet presAssocID="{A46438B1-ED86-4DCA-A8BD-5E131D5FCBEC}" presName="compNode" presStyleCnt="0"/>
      <dgm:spPr/>
    </dgm:pt>
    <dgm:pt modelId="{ADD0A051-F590-4812-8FBA-62E1A84B213E}" type="pres">
      <dgm:prSet presAssocID="{A46438B1-ED86-4DCA-A8BD-5E131D5FCBEC}" presName="bkgdShape" presStyleLbl="node1" presStyleIdx="3" presStyleCnt="5"/>
      <dgm:spPr/>
    </dgm:pt>
    <dgm:pt modelId="{80EB1DF2-ECF9-4416-B21D-4162FB38CC3F}" type="pres">
      <dgm:prSet presAssocID="{A46438B1-ED86-4DCA-A8BD-5E131D5FCBEC}" presName="nodeTx" presStyleLbl="node1" presStyleIdx="3" presStyleCnt="5">
        <dgm:presLayoutVars>
          <dgm:bulletEnabled val="1"/>
        </dgm:presLayoutVars>
      </dgm:prSet>
      <dgm:spPr/>
    </dgm:pt>
    <dgm:pt modelId="{AB6E2654-95C6-4540-A48E-864476E9AFDF}" type="pres">
      <dgm:prSet presAssocID="{A46438B1-ED86-4DCA-A8BD-5E131D5FCBEC}" presName="invisiNode" presStyleLbl="node1" presStyleIdx="3" presStyleCnt="5"/>
      <dgm:spPr/>
    </dgm:pt>
    <dgm:pt modelId="{AD648F36-6D94-4B11-9A42-145AAF30AC96}" type="pres">
      <dgm:prSet presAssocID="{A46438B1-ED86-4DCA-A8BD-5E131D5FCBEC}" presName="imagNode" presStyleLbl="fgImgPlace1" presStyleIdx="3" presStyleCnt="5"/>
      <dgm:spPr>
        <a:blipFill dpi="0" rotWithShape="1">
          <a:blip xmlns:r="http://schemas.openxmlformats.org/officeDocument/2006/relationships" r:embed="rId6">
            <a:alphaModFix amt="46000"/>
          </a:blip>
          <a:srcRect/>
          <a:stretch>
            <a:fillRect l="9006" t="12733" r="9006" b="12733"/>
          </a:stretch>
        </a:blipFill>
        <a:ln>
          <a:noFill/>
        </a:ln>
      </dgm:spPr>
    </dgm:pt>
    <dgm:pt modelId="{38A86F00-0D76-4F09-9F56-B6952EE0AF1C}" type="pres">
      <dgm:prSet presAssocID="{843E2EBD-4AE6-415D-ACBE-D1B1F2DE61CF}" presName="sibTrans" presStyleLbl="sibTrans2D1" presStyleIdx="0" presStyleCnt="0"/>
      <dgm:spPr/>
    </dgm:pt>
    <dgm:pt modelId="{B685E0B9-623B-4BF8-B6D3-2D497D1F529E}" type="pres">
      <dgm:prSet presAssocID="{C6BBA565-7C2B-4D41-960C-5C2A1B880487}" presName="compNode" presStyleCnt="0"/>
      <dgm:spPr/>
    </dgm:pt>
    <dgm:pt modelId="{760A989D-0BA3-4FC1-A289-9C958CD18853}" type="pres">
      <dgm:prSet presAssocID="{C6BBA565-7C2B-4D41-960C-5C2A1B880487}" presName="bkgdShape" presStyleLbl="node1" presStyleIdx="4" presStyleCnt="5"/>
      <dgm:spPr/>
    </dgm:pt>
    <dgm:pt modelId="{73690C45-4F4F-4EE9-9CF8-7188EB6B6664}" type="pres">
      <dgm:prSet presAssocID="{C6BBA565-7C2B-4D41-960C-5C2A1B880487}" presName="nodeTx" presStyleLbl="node1" presStyleIdx="4" presStyleCnt="5">
        <dgm:presLayoutVars>
          <dgm:bulletEnabled val="1"/>
        </dgm:presLayoutVars>
      </dgm:prSet>
      <dgm:spPr/>
    </dgm:pt>
    <dgm:pt modelId="{83AF7E1E-E040-408B-85D9-9E9D7735E7BC}" type="pres">
      <dgm:prSet presAssocID="{C6BBA565-7C2B-4D41-960C-5C2A1B880487}" presName="invisiNode" presStyleLbl="node1" presStyleIdx="4" presStyleCnt="5"/>
      <dgm:spPr/>
    </dgm:pt>
    <dgm:pt modelId="{7048C2FA-069F-43BF-8131-10B9ED387687}" type="pres">
      <dgm:prSet presAssocID="{C6BBA565-7C2B-4D41-960C-5C2A1B880487}" presName="imagNode" presStyleLbl="fgImgPlace1" presStyleIdx="4" presStyleCnt="5"/>
      <dgm:spPr>
        <a:blipFill dpi="0" rotWithShape="1">
          <a:blip xmlns:r="http://schemas.openxmlformats.org/officeDocument/2006/relationships" r:embed="rId7">
            <a:alphaModFix amt="79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 with solid fill"/>
        </a:ext>
      </dgm:extLst>
    </dgm:pt>
  </dgm:ptLst>
  <dgm:cxnLst>
    <dgm:cxn modelId="{00AC1809-A404-4C92-9BD9-ABFD15873059}" type="presOf" srcId="{A46438B1-ED86-4DCA-A8BD-5E131D5FCBEC}" destId="{ADD0A051-F590-4812-8FBA-62E1A84B213E}" srcOrd="0" destOrd="0" presId="urn:microsoft.com/office/officeart/2005/8/layout/hList7"/>
    <dgm:cxn modelId="{3BF16B19-B06E-4A4F-806D-52D1EB803095}" type="presOf" srcId="{43559836-622F-4A31-B9CC-E88BD0D97A2B}" destId="{D08C8F9A-5163-4FFC-AA35-1A378D79A956}" srcOrd="0" destOrd="0" presId="urn:microsoft.com/office/officeart/2005/8/layout/hList7"/>
    <dgm:cxn modelId="{6A13B81C-A1A4-4563-9234-1131027F18E4}" type="presOf" srcId="{D363C011-9452-48AF-B86C-D60B41F0F397}" destId="{F68275BB-B908-4D07-866F-5AF77278E302}" srcOrd="0" destOrd="0" presId="urn:microsoft.com/office/officeart/2005/8/layout/hList7"/>
    <dgm:cxn modelId="{49B1E367-2F5D-499B-B78E-DF6C5369E1A3}" type="presOf" srcId="{562E67CE-6AC2-4AF5-B959-15625A113A0A}" destId="{37394D73-0B1E-4371-AD34-9642E50F8FAD}" srcOrd="0" destOrd="0" presId="urn:microsoft.com/office/officeart/2005/8/layout/hList7"/>
    <dgm:cxn modelId="{B116756C-6DEC-4A7E-8D1C-F32D1DFA688A}" srcId="{AABCF9F8-E3D7-497E-8957-C1C36FFB0462}" destId="{E846D0EC-B7CD-4B91-9049-FC6BB4667256}" srcOrd="2" destOrd="0" parTransId="{632FA093-434C-493B-8CFA-55863972C8A6}" sibTransId="{562E67CE-6AC2-4AF5-B959-15625A113A0A}"/>
    <dgm:cxn modelId="{A385984C-46A6-4611-B1BD-CA5A856F5E24}" type="presOf" srcId="{A46438B1-ED86-4DCA-A8BD-5E131D5FCBEC}" destId="{80EB1DF2-ECF9-4416-B21D-4162FB38CC3F}" srcOrd="1" destOrd="0" presId="urn:microsoft.com/office/officeart/2005/8/layout/hList7"/>
    <dgm:cxn modelId="{4A4E9C52-998C-4060-B4B3-A7DF360E73B2}" srcId="{AABCF9F8-E3D7-497E-8957-C1C36FFB0462}" destId="{C6BBA565-7C2B-4D41-960C-5C2A1B880487}" srcOrd="4" destOrd="0" parTransId="{35A94D5F-9C32-4D4B-944C-09C721CB79D6}" sibTransId="{8BAEB721-3A43-4874-8365-E5DF9BEC7A41}"/>
    <dgm:cxn modelId="{19B64D76-E21A-4FE3-9121-85F626735D57}" type="presOf" srcId="{AABCF9F8-E3D7-497E-8957-C1C36FFB0462}" destId="{F2265A1A-15F3-4E06-BE02-3719812DE4F3}" srcOrd="0" destOrd="0" presId="urn:microsoft.com/office/officeart/2005/8/layout/hList7"/>
    <dgm:cxn modelId="{C6004377-7D35-44F7-A2B1-7A2594E5CEF2}" type="presOf" srcId="{A95EA6A5-1982-4660-9BAB-8DF3874C7FF5}" destId="{8966B395-141F-4B65-BF2D-012968475306}" srcOrd="0" destOrd="0" presId="urn:microsoft.com/office/officeart/2005/8/layout/hList7"/>
    <dgm:cxn modelId="{23418677-32F4-423D-8024-361180B1DC1F}" type="presOf" srcId="{D363C011-9452-48AF-B86C-D60B41F0F397}" destId="{F8DEE2C8-2C07-4E82-A008-C285598C1B40}" srcOrd="1" destOrd="0" presId="urn:microsoft.com/office/officeart/2005/8/layout/hList7"/>
    <dgm:cxn modelId="{93F98759-FA0C-43CC-9AFD-BFB55AD2659F}" type="presOf" srcId="{E846D0EC-B7CD-4B91-9049-FC6BB4667256}" destId="{1D095F46-D794-483A-B84A-D9A596C1BC68}" srcOrd="1" destOrd="0" presId="urn:microsoft.com/office/officeart/2005/8/layout/hList7"/>
    <dgm:cxn modelId="{1B18677F-7F15-4949-AAF4-0B1290A28192}" type="presOf" srcId="{43559836-622F-4A31-B9CC-E88BD0D97A2B}" destId="{5D867E45-02CD-4361-86F4-F361D5CC41E8}" srcOrd="1" destOrd="0" presId="urn:microsoft.com/office/officeart/2005/8/layout/hList7"/>
    <dgm:cxn modelId="{9CDAEE94-BB39-41CC-8E16-2EA48CDA3DA7}" type="presOf" srcId="{C6BBA565-7C2B-4D41-960C-5C2A1B880487}" destId="{760A989D-0BA3-4FC1-A289-9C958CD18853}" srcOrd="0" destOrd="0" presId="urn:microsoft.com/office/officeart/2005/8/layout/hList7"/>
    <dgm:cxn modelId="{0290AF95-2A0C-44B9-9E65-B69D56A84B04}" srcId="{AABCF9F8-E3D7-497E-8957-C1C36FFB0462}" destId="{43559836-622F-4A31-B9CC-E88BD0D97A2B}" srcOrd="1" destOrd="0" parTransId="{73E3A319-B548-47EB-AB48-510E798D2569}" sibTransId="{A3634DF9-D195-4DF9-B653-CBF556AD0ACD}"/>
    <dgm:cxn modelId="{2B6B09A7-0173-4B84-B09D-C6B41E4F5FB8}" type="presOf" srcId="{C6BBA565-7C2B-4D41-960C-5C2A1B880487}" destId="{73690C45-4F4F-4EE9-9CF8-7188EB6B6664}" srcOrd="1" destOrd="0" presId="urn:microsoft.com/office/officeart/2005/8/layout/hList7"/>
    <dgm:cxn modelId="{960B12C8-48F3-4A73-BC58-52C6E51A7ED2}" srcId="{AABCF9F8-E3D7-497E-8957-C1C36FFB0462}" destId="{A46438B1-ED86-4DCA-A8BD-5E131D5FCBEC}" srcOrd="3" destOrd="0" parTransId="{31B3AFB9-83FF-4993-9FC7-F9A2D5499490}" sibTransId="{843E2EBD-4AE6-415D-ACBE-D1B1F2DE61CF}"/>
    <dgm:cxn modelId="{5828B6D1-411D-4238-ACE1-67C6A1F406F0}" type="presOf" srcId="{E846D0EC-B7CD-4B91-9049-FC6BB4667256}" destId="{23F5A22D-1B84-4043-8FF7-1CF31EDDFBAE}" srcOrd="0" destOrd="0" presId="urn:microsoft.com/office/officeart/2005/8/layout/hList7"/>
    <dgm:cxn modelId="{EC455ED4-667B-4AEC-AC54-36A53906B1F9}" srcId="{AABCF9F8-E3D7-497E-8957-C1C36FFB0462}" destId="{D363C011-9452-48AF-B86C-D60B41F0F397}" srcOrd="0" destOrd="0" parTransId="{B5FBB288-7FFE-4D10-8C6A-3E6784EEF1F0}" sibTransId="{A95EA6A5-1982-4660-9BAB-8DF3874C7FF5}"/>
    <dgm:cxn modelId="{8C80D9F2-ECAD-4C64-91B4-3CA0228BA0C7}" type="presOf" srcId="{843E2EBD-4AE6-415D-ACBE-D1B1F2DE61CF}" destId="{38A86F00-0D76-4F09-9F56-B6952EE0AF1C}" srcOrd="0" destOrd="0" presId="urn:microsoft.com/office/officeart/2005/8/layout/hList7"/>
    <dgm:cxn modelId="{96BD21FC-F104-42D9-BC75-ED162299D65E}" type="presOf" srcId="{A3634DF9-D195-4DF9-B653-CBF556AD0ACD}" destId="{167E9079-F9FB-4078-AD4A-34B4BDA1424C}" srcOrd="0" destOrd="0" presId="urn:microsoft.com/office/officeart/2005/8/layout/hList7"/>
    <dgm:cxn modelId="{E6FE86CF-CA93-41F7-B550-AA20ABD84A48}" type="presParOf" srcId="{F2265A1A-15F3-4E06-BE02-3719812DE4F3}" destId="{B80C1905-1A0D-49CC-9C67-D9D4518AFD53}" srcOrd="0" destOrd="0" presId="urn:microsoft.com/office/officeart/2005/8/layout/hList7"/>
    <dgm:cxn modelId="{DFF088C9-6178-4C0A-B66A-8856FE15427E}" type="presParOf" srcId="{F2265A1A-15F3-4E06-BE02-3719812DE4F3}" destId="{5E32E449-EBFF-4CD3-907C-CF2BB141D7C1}" srcOrd="1" destOrd="0" presId="urn:microsoft.com/office/officeart/2005/8/layout/hList7"/>
    <dgm:cxn modelId="{80760277-8D37-4682-833C-347D41F5BF88}" type="presParOf" srcId="{5E32E449-EBFF-4CD3-907C-CF2BB141D7C1}" destId="{56015705-75AE-4671-907F-74450EABF69B}" srcOrd="0" destOrd="0" presId="urn:microsoft.com/office/officeart/2005/8/layout/hList7"/>
    <dgm:cxn modelId="{9C62656B-6742-4D98-86FA-54597B11F676}" type="presParOf" srcId="{56015705-75AE-4671-907F-74450EABF69B}" destId="{F68275BB-B908-4D07-866F-5AF77278E302}" srcOrd="0" destOrd="0" presId="urn:microsoft.com/office/officeart/2005/8/layout/hList7"/>
    <dgm:cxn modelId="{C0316594-C1C9-4CD7-83E5-CAFAE07FAEE7}" type="presParOf" srcId="{56015705-75AE-4671-907F-74450EABF69B}" destId="{F8DEE2C8-2C07-4E82-A008-C285598C1B40}" srcOrd="1" destOrd="0" presId="urn:microsoft.com/office/officeart/2005/8/layout/hList7"/>
    <dgm:cxn modelId="{9CE8DEAA-9845-48A8-8792-EC40BD443B2B}" type="presParOf" srcId="{56015705-75AE-4671-907F-74450EABF69B}" destId="{FD451D27-CCA8-4F3C-A060-533FA43EE482}" srcOrd="2" destOrd="0" presId="urn:microsoft.com/office/officeart/2005/8/layout/hList7"/>
    <dgm:cxn modelId="{7D8E703E-3CF3-4B7A-AE27-94646E493126}" type="presParOf" srcId="{56015705-75AE-4671-907F-74450EABF69B}" destId="{7DC1FDB6-D013-457F-9840-83757F3577A0}" srcOrd="3" destOrd="0" presId="urn:microsoft.com/office/officeart/2005/8/layout/hList7"/>
    <dgm:cxn modelId="{F0A9120C-86A5-4C55-8368-A6033F2EED4A}" type="presParOf" srcId="{5E32E449-EBFF-4CD3-907C-CF2BB141D7C1}" destId="{8966B395-141F-4B65-BF2D-012968475306}" srcOrd="1" destOrd="0" presId="urn:microsoft.com/office/officeart/2005/8/layout/hList7"/>
    <dgm:cxn modelId="{C9D462F6-5DDB-484E-B923-F1190E2F8A11}" type="presParOf" srcId="{5E32E449-EBFF-4CD3-907C-CF2BB141D7C1}" destId="{62BD57E9-0F31-450A-98D9-83D263E4811C}" srcOrd="2" destOrd="0" presId="urn:microsoft.com/office/officeart/2005/8/layout/hList7"/>
    <dgm:cxn modelId="{F8AA5234-69C6-46E6-85BC-6C451C7DEC50}" type="presParOf" srcId="{62BD57E9-0F31-450A-98D9-83D263E4811C}" destId="{D08C8F9A-5163-4FFC-AA35-1A378D79A956}" srcOrd="0" destOrd="0" presId="urn:microsoft.com/office/officeart/2005/8/layout/hList7"/>
    <dgm:cxn modelId="{508706E0-0BA0-411D-9888-DC1EC812F473}" type="presParOf" srcId="{62BD57E9-0F31-450A-98D9-83D263E4811C}" destId="{5D867E45-02CD-4361-86F4-F361D5CC41E8}" srcOrd="1" destOrd="0" presId="urn:microsoft.com/office/officeart/2005/8/layout/hList7"/>
    <dgm:cxn modelId="{2E64AE88-2720-4B65-9CD7-DF82B9DEAEF6}" type="presParOf" srcId="{62BD57E9-0F31-450A-98D9-83D263E4811C}" destId="{EB4E96F4-8E31-462E-B8C9-6ABA614233D6}" srcOrd="2" destOrd="0" presId="urn:microsoft.com/office/officeart/2005/8/layout/hList7"/>
    <dgm:cxn modelId="{A930E3A0-9CA2-419E-BA4C-3B39636D0DC2}" type="presParOf" srcId="{62BD57E9-0F31-450A-98D9-83D263E4811C}" destId="{7D0FEA49-1CC2-4C15-8A36-9B431470EA9F}" srcOrd="3" destOrd="0" presId="urn:microsoft.com/office/officeart/2005/8/layout/hList7"/>
    <dgm:cxn modelId="{2728C24D-43A4-4EF8-BA6B-0464BE580AFB}" type="presParOf" srcId="{5E32E449-EBFF-4CD3-907C-CF2BB141D7C1}" destId="{167E9079-F9FB-4078-AD4A-34B4BDA1424C}" srcOrd="3" destOrd="0" presId="urn:microsoft.com/office/officeart/2005/8/layout/hList7"/>
    <dgm:cxn modelId="{D8526AAE-D1DA-4C70-9752-C4B759A54417}" type="presParOf" srcId="{5E32E449-EBFF-4CD3-907C-CF2BB141D7C1}" destId="{CA0DACE1-6980-4841-A08C-40362A30DCF2}" srcOrd="4" destOrd="0" presId="urn:microsoft.com/office/officeart/2005/8/layout/hList7"/>
    <dgm:cxn modelId="{98163788-E165-40A8-B994-5CEA7E59BBDC}" type="presParOf" srcId="{CA0DACE1-6980-4841-A08C-40362A30DCF2}" destId="{23F5A22D-1B84-4043-8FF7-1CF31EDDFBAE}" srcOrd="0" destOrd="0" presId="urn:microsoft.com/office/officeart/2005/8/layout/hList7"/>
    <dgm:cxn modelId="{B95D4BF7-8C52-437E-9043-5B2233CE77AD}" type="presParOf" srcId="{CA0DACE1-6980-4841-A08C-40362A30DCF2}" destId="{1D095F46-D794-483A-B84A-D9A596C1BC68}" srcOrd="1" destOrd="0" presId="urn:microsoft.com/office/officeart/2005/8/layout/hList7"/>
    <dgm:cxn modelId="{0287C0A6-7E1E-41F6-94DE-A19591B5D2D5}" type="presParOf" srcId="{CA0DACE1-6980-4841-A08C-40362A30DCF2}" destId="{2E9CB575-DD13-4A86-A616-8F1D99CE8928}" srcOrd="2" destOrd="0" presId="urn:microsoft.com/office/officeart/2005/8/layout/hList7"/>
    <dgm:cxn modelId="{73456487-B9BC-40A1-BC3E-2985E55EC52A}" type="presParOf" srcId="{CA0DACE1-6980-4841-A08C-40362A30DCF2}" destId="{10CEB104-B093-4897-B212-42D7431084DF}" srcOrd="3" destOrd="0" presId="urn:microsoft.com/office/officeart/2005/8/layout/hList7"/>
    <dgm:cxn modelId="{F68EA9B7-9DE9-4F62-ABA8-6A338E6D2787}" type="presParOf" srcId="{5E32E449-EBFF-4CD3-907C-CF2BB141D7C1}" destId="{37394D73-0B1E-4371-AD34-9642E50F8FAD}" srcOrd="5" destOrd="0" presId="urn:microsoft.com/office/officeart/2005/8/layout/hList7"/>
    <dgm:cxn modelId="{4AC295EB-0DC4-4E6F-B500-3DF02F9358DB}" type="presParOf" srcId="{5E32E449-EBFF-4CD3-907C-CF2BB141D7C1}" destId="{B1E4D22F-F847-476A-9DC8-8D03017E6723}" srcOrd="6" destOrd="0" presId="urn:microsoft.com/office/officeart/2005/8/layout/hList7"/>
    <dgm:cxn modelId="{A72F95FA-E01F-47F5-A9E5-876048963FF7}" type="presParOf" srcId="{B1E4D22F-F847-476A-9DC8-8D03017E6723}" destId="{ADD0A051-F590-4812-8FBA-62E1A84B213E}" srcOrd="0" destOrd="0" presId="urn:microsoft.com/office/officeart/2005/8/layout/hList7"/>
    <dgm:cxn modelId="{62579FF1-8503-4D12-99F9-3609C6E40CE1}" type="presParOf" srcId="{B1E4D22F-F847-476A-9DC8-8D03017E6723}" destId="{80EB1DF2-ECF9-4416-B21D-4162FB38CC3F}" srcOrd="1" destOrd="0" presId="urn:microsoft.com/office/officeart/2005/8/layout/hList7"/>
    <dgm:cxn modelId="{A5C79055-E4DE-4FE3-B166-4A26C8CD034E}" type="presParOf" srcId="{B1E4D22F-F847-476A-9DC8-8D03017E6723}" destId="{AB6E2654-95C6-4540-A48E-864476E9AFDF}" srcOrd="2" destOrd="0" presId="urn:microsoft.com/office/officeart/2005/8/layout/hList7"/>
    <dgm:cxn modelId="{D7DA3460-F5E0-4D66-B38E-1BAAFCDCB735}" type="presParOf" srcId="{B1E4D22F-F847-476A-9DC8-8D03017E6723}" destId="{AD648F36-6D94-4B11-9A42-145AAF30AC96}" srcOrd="3" destOrd="0" presId="urn:microsoft.com/office/officeart/2005/8/layout/hList7"/>
    <dgm:cxn modelId="{EABDEC67-58E7-45A2-85D3-6FC079589F97}" type="presParOf" srcId="{5E32E449-EBFF-4CD3-907C-CF2BB141D7C1}" destId="{38A86F00-0D76-4F09-9F56-B6952EE0AF1C}" srcOrd="7" destOrd="0" presId="urn:microsoft.com/office/officeart/2005/8/layout/hList7"/>
    <dgm:cxn modelId="{8FCAD894-FD74-4DB5-9DDC-D9C1330D137A}" type="presParOf" srcId="{5E32E449-EBFF-4CD3-907C-CF2BB141D7C1}" destId="{B685E0B9-623B-4BF8-B6D3-2D497D1F529E}" srcOrd="8" destOrd="0" presId="urn:microsoft.com/office/officeart/2005/8/layout/hList7"/>
    <dgm:cxn modelId="{5693D8FF-2607-4816-896C-415F1C914275}" type="presParOf" srcId="{B685E0B9-623B-4BF8-B6D3-2D497D1F529E}" destId="{760A989D-0BA3-4FC1-A289-9C958CD18853}" srcOrd="0" destOrd="0" presId="urn:microsoft.com/office/officeart/2005/8/layout/hList7"/>
    <dgm:cxn modelId="{81230B9A-0333-477F-9DBA-8768CA8AAD38}" type="presParOf" srcId="{B685E0B9-623B-4BF8-B6D3-2D497D1F529E}" destId="{73690C45-4F4F-4EE9-9CF8-7188EB6B6664}" srcOrd="1" destOrd="0" presId="urn:microsoft.com/office/officeart/2005/8/layout/hList7"/>
    <dgm:cxn modelId="{68270038-3273-4AF6-821E-525EA1224C27}" type="presParOf" srcId="{B685E0B9-623B-4BF8-B6D3-2D497D1F529E}" destId="{83AF7E1E-E040-408B-85D9-9E9D7735E7BC}" srcOrd="2" destOrd="0" presId="urn:microsoft.com/office/officeart/2005/8/layout/hList7"/>
    <dgm:cxn modelId="{7C774F1F-6A43-42D5-B399-255A568B2885}" type="presParOf" srcId="{B685E0B9-623B-4BF8-B6D3-2D497D1F529E}" destId="{7048C2FA-069F-43BF-8131-10B9ED387687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4F7E033-5D7B-461A-AEFD-60F65E335492}" type="doc">
      <dgm:prSet loTypeId="urn:microsoft.com/office/officeart/2005/8/layout/process1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0B448B7-2AD2-464B-A3F9-76E99BB3C036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IN"/>
            <a:t>Investor Profiles</a:t>
          </a:r>
        </a:p>
      </dgm:t>
    </dgm:pt>
    <dgm:pt modelId="{F0A5305B-66FA-41D9-B9A7-49966E4D0F84}" type="parTrans" cxnId="{659F8D03-08F2-4884-AFA5-EFA97B394DFC}">
      <dgm:prSet/>
      <dgm:spPr/>
      <dgm:t>
        <a:bodyPr/>
        <a:lstStyle/>
        <a:p>
          <a:endParaRPr lang="en-IN"/>
        </a:p>
      </dgm:t>
    </dgm:pt>
    <dgm:pt modelId="{F6ADE31F-203A-4B0D-81F4-0226368FBBF1}" type="sibTrans" cxnId="{659F8D03-08F2-4884-AFA5-EFA97B394DFC}">
      <dgm:prSet/>
      <dgm:spPr/>
      <dgm:t>
        <a:bodyPr/>
        <a:lstStyle/>
        <a:p>
          <a:endParaRPr lang="en-IN"/>
        </a:p>
      </dgm:t>
    </dgm:pt>
    <dgm:pt modelId="{75A3398C-8746-4881-AE79-F9F76D6FD30A}" type="pres">
      <dgm:prSet presAssocID="{54F7E033-5D7B-461A-AEFD-60F65E335492}" presName="Name0" presStyleCnt="0">
        <dgm:presLayoutVars>
          <dgm:dir/>
          <dgm:resizeHandles val="exact"/>
        </dgm:presLayoutVars>
      </dgm:prSet>
      <dgm:spPr/>
    </dgm:pt>
    <dgm:pt modelId="{A4818662-7E64-4DC0-9260-3EB11AF5D547}" type="pres">
      <dgm:prSet presAssocID="{70B448B7-2AD2-464B-A3F9-76E99BB3C036}" presName="node" presStyleLbl="node1" presStyleIdx="0" presStyleCnt="1">
        <dgm:presLayoutVars>
          <dgm:bulletEnabled val="1"/>
        </dgm:presLayoutVars>
      </dgm:prSet>
      <dgm:spPr/>
    </dgm:pt>
  </dgm:ptLst>
  <dgm:cxnLst>
    <dgm:cxn modelId="{659F8D03-08F2-4884-AFA5-EFA97B394DFC}" srcId="{54F7E033-5D7B-461A-AEFD-60F65E335492}" destId="{70B448B7-2AD2-464B-A3F9-76E99BB3C036}" srcOrd="0" destOrd="0" parTransId="{F0A5305B-66FA-41D9-B9A7-49966E4D0F84}" sibTransId="{F6ADE31F-203A-4B0D-81F4-0226368FBBF1}"/>
    <dgm:cxn modelId="{614617C0-1607-4A89-A214-FA155755D335}" type="presOf" srcId="{54F7E033-5D7B-461A-AEFD-60F65E335492}" destId="{75A3398C-8746-4881-AE79-F9F76D6FD30A}" srcOrd="0" destOrd="0" presId="urn:microsoft.com/office/officeart/2005/8/layout/process1"/>
    <dgm:cxn modelId="{C5D9A0D3-6F2D-4BEA-AC98-226069ED24E3}" type="presOf" srcId="{70B448B7-2AD2-464B-A3F9-76E99BB3C036}" destId="{A4818662-7E64-4DC0-9260-3EB11AF5D547}" srcOrd="0" destOrd="0" presId="urn:microsoft.com/office/officeart/2005/8/layout/process1"/>
    <dgm:cxn modelId="{FE1D1260-ABC2-483C-AB00-06C9389BDCD6}" type="presParOf" srcId="{75A3398C-8746-4881-AE79-F9F76D6FD30A}" destId="{A4818662-7E64-4DC0-9260-3EB11AF5D547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4226B30-CED5-4844-9B9E-1D29898B9D1F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3E9A993-9743-4A6B-A59B-A8550C139812}">
      <dgm:prSet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b="1" dirty="0"/>
            <a:t>Patrick (Conservative Investor)</a:t>
          </a:r>
          <a:endParaRPr lang="en-IN" dirty="0"/>
        </a:p>
      </dgm:t>
    </dgm:pt>
    <dgm:pt modelId="{20CA5AF1-E167-4EA7-8BE2-1F8B4360642F}" type="parTrans" cxnId="{FA82A911-AD5D-4AFE-BF87-949BF7EDCC6E}">
      <dgm:prSet/>
      <dgm:spPr/>
      <dgm:t>
        <a:bodyPr/>
        <a:lstStyle/>
        <a:p>
          <a:endParaRPr lang="en-IN"/>
        </a:p>
      </dgm:t>
    </dgm:pt>
    <dgm:pt modelId="{EBE66C00-F630-4D4D-AF4A-F5B35047DF12}" type="sibTrans" cxnId="{FA82A911-AD5D-4AFE-BF87-949BF7EDCC6E}">
      <dgm:prSet/>
      <dgm:spPr/>
      <dgm:t>
        <a:bodyPr/>
        <a:lstStyle/>
        <a:p>
          <a:endParaRPr lang="en-IN"/>
        </a:p>
      </dgm:t>
    </dgm:pt>
    <dgm:pt modelId="{BBD5F286-9C7D-4B0F-B3B3-BC2907DD4D20}">
      <dgm:prSet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/>
            <a:t>Initial Capital: </a:t>
          </a:r>
          <a:r>
            <a:rPr lang="en-US" b="1"/>
            <a:t>$500,000</a:t>
          </a:r>
          <a:endParaRPr lang="en-IN"/>
        </a:p>
      </dgm:t>
    </dgm:pt>
    <dgm:pt modelId="{73138C56-8716-4655-8C94-FB3EF180E9DF}" type="parTrans" cxnId="{EF7E1CF1-85AB-4DB7-B030-181C71171E27}">
      <dgm:prSet/>
      <dgm:spPr/>
      <dgm:t>
        <a:bodyPr/>
        <a:lstStyle/>
        <a:p>
          <a:endParaRPr lang="en-IN"/>
        </a:p>
      </dgm:t>
    </dgm:pt>
    <dgm:pt modelId="{B20F13C0-65A2-485D-B9DB-A26C64EB9389}" type="sibTrans" cxnId="{EF7E1CF1-85AB-4DB7-B030-181C71171E27}">
      <dgm:prSet/>
      <dgm:spPr/>
      <dgm:t>
        <a:bodyPr/>
        <a:lstStyle/>
        <a:p>
          <a:endParaRPr lang="en-IN"/>
        </a:p>
      </dgm:t>
    </dgm:pt>
    <dgm:pt modelId="{26A4C1B7-335C-4435-93A6-213D98DC86DA}">
      <dgm:prSet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/>
            <a:t>Goal: </a:t>
          </a:r>
          <a:r>
            <a:rPr lang="en-US" b="1"/>
            <a:t>$1,000,000 in 5 years</a:t>
          </a:r>
          <a:endParaRPr lang="en-IN"/>
        </a:p>
      </dgm:t>
    </dgm:pt>
    <dgm:pt modelId="{CD12AE22-1433-4EB9-8483-2544F59A68E2}" type="parTrans" cxnId="{3B07C58F-48DD-435B-9216-18EEF97A3AED}">
      <dgm:prSet/>
      <dgm:spPr/>
      <dgm:t>
        <a:bodyPr/>
        <a:lstStyle/>
        <a:p>
          <a:endParaRPr lang="en-IN"/>
        </a:p>
      </dgm:t>
    </dgm:pt>
    <dgm:pt modelId="{B0BCAD62-A1C1-4108-8D4D-29EA3489B952}" type="sibTrans" cxnId="{3B07C58F-48DD-435B-9216-18EEF97A3AED}">
      <dgm:prSet/>
      <dgm:spPr/>
      <dgm:t>
        <a:bodyPr/>
        <a:lstStyle/>
        <a:p>
          <a:endParaRPr lang="en-IN"/>
        </a:p>
      </dgm:t>
    </dgm:pt>
    <dgm:pt modelId="{CF584F3A-0045-421D-B4E7-F1C06E834DA6}">
      <dgm:prSet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/>
            <a:t>Strategy:</a:t>
          </a:r>
          <a:endParaRPr lang="en-IN"/>
        </a:p>
      </dgm:t>
    </dgm:pt>
    <dgm:pt modelId="{CA6DC427-6A2A-4FE0-8EA0-50C641821BDC}" type="parTrans" cxnId="{A794EA75-EBE9-49D0-BE02-1E00435B1401}">
      <dgm:prSet/>
      <dgm:spPr/>
      <dgm:t>
        <a:bodyPr/>
        <a:lstStyle/>
        <a:p>
          <a:endParaRPr lang="en-IN"/>
        </a:p>
      </dgm:t>
    </dgm:pt>
    <dgm:pt modelId="{3B0DC1FB-F6F4-4430-9B6E-5A8F074D761B}" type="sibTrans" cxnId="{A794EA75-EBE9-49D0-BE02-1E00435B1401}">
      <dgm:prSet/>
      <dgm:spPr/>
      <dgm:t>
        <a:bodyPr/>
        <a:lstStyle/>
        <a:p>
          <a:endParaRPr lang="en-IN"/>
        </a:p>
      </dgm:t>
    </dgm:pt>
    <dgm:pt modelId="{075C7F4F-7220-4C35-A7FD-144958B471D0}">
      <dgm:prSet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dirty="0"/>
            <a:t>Low volatility stocks</a:t>
          </a:r>
          <a:endParaRPr lang="en-IN" dirty="0"/>
        </a:p>
      </dgm:t>
    </dgm:pt>
    <dgm:pt modelId="{AD94F4CD-23D8-44FE-BA80-9AF704B8FB92}" type="parTrans" cxnId="{C6FF9D0D-AF36-409F-906D-64E8595B42E6}">
      <dgm:prSet/>
      <dgm:spPr/>
      <dgm:t>
        <a:bodyPr/>
        <a:lstStyle/>
        <a:p>
          <a:endParaRPr lang="en-IN"/>
        </a:p>
      </dgm:t>
    </dgm:pt>
    <dgm:pt modelId="{158FCE0B-E1D7-44BE-9E64-BA575059BD08}" type="sibTrans" cxnId="{C6FF9D0D-AF36-409F-906D-64E8595B42E6}">
      <dgm:prSet/>
      <dgm:spPr/>
      <dgm:t>
        <a:bodyPr/>
        <a:lstStyle/>
        <a:p>
          <a:endParaRPr lang="en-IN"/>
        </a:p>
      </dgm:t>
    </dgm:pt>
    <dgm:pt modelId="{6F2E347B-EF2A-4F1F-93C4-2B0061263312}">
      <dgm:prSet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/>
            <a:t>Stable growth</a:t>
          </a:r>
          <a:endParaRPr lang="en-IN"/>
        </a:p>
      </dgm:t>
    </dgm:pt>
    <dgm:pt modelId="{A49F6B6F-BA0D-48E8-B92D-9DF594A3E7BB}" type="parTrans" cxnId="{7E7150B0-A215-4556-9BDE-6D807B02987F}">
      <dgm:prSet/>
      <dgm:spPr/>
      <dgm:t>
        <a:bodyPr/>
        <a:lstStyle/>
        <a:p>
          <a:endParaRPr lang="en-IN"/>
        </a:p>
      </dgm:t>
    </dgm:pt>
    <dgm:pt modelId="{D7F1A7E1-62AC-4C3D-A77F-2E0739D056F2}" type="sibTrans" cxnId="{7E7150B0-A215-4556-9BDE-6D807B02987F}">
      <dgm:prSet/>
      <dgm:spPr/>
      <dgm:t>
        <a:bodyPr/>
        <a:lstStyle/>
        <a:p>
          <a:endParaRPr lang="en-IN"/>
        </a:p>
      </dgm:t>
    </dgm:pt>
    <dgm:pt modelId="{EA50C730-03DF-42EF-9542-C6619E9EE440}">
      <dgm:prSet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/>
            <a:t>High Sharpe ratio</a:t>
          </a:r>
          <a:endParaRPr lang="en-IN"/>
        </a:p>
      </dgm:t>
    </dgm:pt>
    <dgm:pt modelId="{A0C6CFEB-E268-4AB2-AFD1-B329DA908C58}" type="parTrans" cxnId="{FEB784B4-7BA1-4A60-AF59-2ABC54FD3D9D}">
      <dgm:prSet/>
      <dgm:spPr/>
      <dgm:t>
        <a:bodyPr/>
        <a:lstStyle/>
        <a:p>
          <a:endParaRPr lang="en-IN"/>
        </a:p>
      </dgm:t>
    </dgm:pt>
    <dgm:pt modelId="{38C5044A-1A67-4427-8ABE-E4B4CBFD1567}" type="sibTrans" cxnId="{FEB784B4-7BA1-4A60-AF59-2ABC54FD3D9D}">
      <dgm:prSet/>
      <dgm:spPr/>
      <dgm:t>
        <a:bodyPr/>
        <a:lstStyle/>
        <a:p>
          <a:endParaRPr lang="en-IN"/>
        </a:p>
      </dgm:t>
    </dgm:pt>
    <dgm:pt modelId="{D4619125-029D-44A7-8753-69CFDA0FB580}">
      <dgm:prSet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/>
            <a:t>Capital preservation</a:t>
          </a:r>
          <a:endParaRPr lang="en-IN"/>
        </a:p>
      </dgm:t>
    </dgm:pt>
    <dgm:pt modelId="{A0FEF190-653C-4DBC-BC46-FE9FD98DF758}" type="parTrans" cxnId="{DB75EB51-13EF-4DBB-990E-C0F38CEE8554}">
      <dgm:prSet/>
      <dgm:spPr/>
      <dgm:t>
        <a:bodyPr/>
        <a:lstStyle/>
        <a:p>
          <a:endParaRPr lang="en-IN"/>
        </a:p>
      </dgm:t>
    </dgm:pt>
    <dgm:pt modelId="{DA07D7C9-2FEB-4A4E-9A72-07297082D1EA}" type="sibTrans" cxnId="{DB75EB51-13EF-4DBB-990E-C0F38CEE8554}">
      <dgm:prSet/>
      <dgm:spPr/>
      <dgm:t>
        <a:bodyPr/>
        <a:lstStyle/>
        <a:p>
          <a:endParaRPr lang="en-IN"/>
        </a:p>
      </dgm:t>
    </dgm:pt>
    <dgm:pt modelId="{476A8EE7-213D-455B-A887-4FCB4A4E3FBA}">
      <dgm:prSet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b="1"/>
            <a:t>Peter (Aggressive Investor)</a:t>
          </a:r>
          <a:endParaRPr lang="en-IN"/>
        </a:p>
      </dgm:t>
    </dgm:pt>
    <dgm:pt modelId="{E62351C4-92E6-49A5-9773-C422D2927819}" type="parTrans" cxnId="{65B0A645-43C5-4B8B-8C48-4F92C8B45C53}">
      <dgm:prSet/>
      <dgm:spPr/>
      <dgm:t>
        <a:bodyPr/>
        <a:lstStyle/>
        <a:p>
          <a:endParaRPr lang="en-IN"/>
        </a:p>
      </dgm:t>
    </dgm:pt>
    <dgm:pt modelId="{7A13BA8A-3A01-45B3-80FC-7F3367B68466}" type="sibTrans" cxnId="{65B0A645-43C5-4B8B-8C48-4F92C8B45C53}">
      <dgm:prSet/>
      <dgm:spPr/>
      <dgm:t>
        <a:bodyPr/>
        <a:lstStyle/>
        <a:p>
          <a:endParaRPr lang="en-IN"/>
        </a:p>
      </dgm:t>
    </dgm:pt>
    <dgm:pt modelId="{3F7BC4EF-B525-437E-AD8A-8CA555246AD6}">
      <dgm:prSet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/>
            <a:t>Initial Capital: </a:t>
          </a:r>
          <a:r>
            <a:rPr lang="en-US" b="1"/>
            <a:t>$1,000,000</a:t>
          </a:r>
          <a:endParaRPr lang="en-IN"/>
        </a:p>
      </dgm:t>
    </dgm:pt>
    <dgm:pt modelId="{72E19D17-6050-4BF0-AB64-B45136459296}" type="parTrans" cxnId="{4D024713-15A4-439B-BEF5-916A96CC25A8}">
      <dgm:prSet/>
      <dgm:spPr/>
      <dgm:t>
        <a:bodyPr/>
        <a:lstStyle/>
        <a:p>
          <a:endParaRPr lang="en-IN"/>
        </a:p>
      </dgm:t>
    </dgm:pt>
    <dgm:pt modelId="{8E42BBCD-C64D-4484-A21D-096584AC4ED7}" type="sibTrans" cxnId="{4D024713-15A4-439B-BEF5-916A96CC25A8}">
      <dgm:prSet/>
      <dgm:spPr/>
      <dgm:t>
        <a:bodyPr/>
        <a:lstStyle/>
        <a:p>
          <a:endParaRPr lang="en-IN"/>
        </a:p>
      </dgm:t>
    </dgm:pt>
    <dgm:pt modelId="{7D1218C2-B99A-4728-9C8D-1077AFEBE021}">
      <dgm:prSet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/>
            <a:t>Goal: </a:t>
          </a:r>
          <a:r>
            <a:rPr lang="en-US" b="1"/>
            <a:t>Maximize returns</a:t>
          </a:r>
          <a:endParaRPr lang="en-IN"/>
        </a:p>
      </dgm:t>
    </dgm:pt>
    <dgm:pt modelId="{AE65473D-47C7-4EC9-92F1-BC8F394F0036}" type="parTrans" cxnId="{10FCE63E-13EF-4B74-B50C-BE1A8C9D7EFD}">
      <dgm:prSet/>
      <dgm:spPr/>
      <dgm:t>
        <a:bodyPr/>
        <a:lstStyle/>
        <a:p>
          <a:endParaRPr lang="en-IN"/>
        </a:p>
      </dgm:t>
    </dgm:pt>
    <dgm:pt modelId="{BE0854A8-738C-4469-A78A-E88446F21AB9}" type="sibTrans" cxnId="{10FCE63E-13EF-4B74-B50C-BE1A8C9D7EFD}">
      <dgm:prSet/>
      <dgm:spPr/>
      <dgm:t>
        <a:bodyPr/>
        <a:lstStyle/>
        <a:p>
          <a:endParaRPr lang="en-IN"/>
        </a:p>
      </dgm:t>
    </dgm:pt>
    <dgm:pt modelId="{A97EB319-D6A0-404C-8D2F-F40F9C50A902}">
      <dgm:prSet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/>
            <a:t>Strategy:</a:t>
          </a:r>
          <a:endParaRPr lang="en-IN"/>
        </a:p>
      </dgm:t>
    </dgm:pt>
    <dgm:pt modelId="{57697CFB-DC13-408B-B557-4A834F40ABB9}" type="parTrans" cxnId="{FAA773DA-74EA-444B-AF0C-BCE108D2C4DB}">
      <dgm:prSet/>
      <dgm:spPr/>
      <dgm:t>
        <a:bodyPr/>
        <a:lstStyle/>
        <a:p>
          <a:endParaRPr lang="en-IN"/>
        </a:p>
      </dgm:t>
    </dgm:pt>
    <dgm:pt modelId="{40A1511A-72D9-42E6-A64C-1CE49A7AD798}" type="sibTrans" cxnId="{FAA773DA-74EA-444B-AF0C-BCE108D2C4DB}">
      <dgm:prSet/>
      <dgm:spPr/>
      <dgm:t>
        <a:bodyPr/>
        <a:lstStyle/>
        <a:p>
          <a:endParaRPr lang="en-IN"/>
        </a:p>
      </dgm:t>
    </dgm:pt>
    <dgm:pt modelId="{6ACA4675-96F0-40C8-A78D-F71BC131B68B}">
      <dgm:prSet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/>
            <a:t>High-growth stocks</a:t>
          </a:r>
          <a:endParaRPr lang="en-IN"/>
        </a:p>
      </dgm:t>
    </dgm:pt>
    <dgm:pt modelId="{708201FC-58CE-4670-B972-CD45F1F9381F}" type="parTrans" cxnId="{28338B2D-6586-45D1-9555-8AD2EB5C8EDB}">
      <dgm:prSet/>
      <dgm:spPr/>
      <dgm:t>
        <a:bodyPr/>
        <a:lstStyle/>
        <a:p>
          <a:endParaRPr lang="en-IN"/>
        </a:p>
      </dgm:t>
    </dgm:pt>
    <dgm:pt modelId="{FE68655C-7FEE-48FE-9433-4457E1346C05}" type="sibTrans" cxnId="{28338B2D-6586-45D1-9555-8AD2EB5C8EDB}">
      <dgm:prSet/>
      <dgm:spPr/>
      <dgm:t>
        <a:bodyPr/>
        <a:lstStyle/>
        <a:p>
          <a:endParaRPr lang="en-IN"/>
        </a:p>
      </dgm:t>
    </dgm:pt>
    <dgm:pt modelId="{DCCAD94B-1444-481F-A9CB-FF432E0FA5D2}">
      <dgm:prSet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IN" dirty="0"/>
            <a:t>Higher volatility tolerance</a:t>
          </a:r>
        </a:p>
      </dgm:t>
    </dgm:pt>
    <dgm:pt modelId="{EA819505-FB9F-489E-BE86-BFA534B1E01C}" type="parTrans" cxnId="{CB381A45-EF94-44F9-8498-847B3A37BCB7}">
      <dgm:prSet/>
      <dgm:spPr/>
      <dgm:t>
        <a:bodyPr/>
        <a:lstStyle/>
        <a:p>
          <a:endParaRPr lang="en-IN"/>
        </a:p>
      </dgm:t>
    </dgm:pt>
    <dgm:pt modelId="{FC29D32D-23FF-49EE-8ABA-F34E0C6C4957}" type="sibTrans" cxnId="{CB381A45-EF94-44F9-8498-847B3A37BCB7}">
      <dgm:prSet/>
      <dgm:spPr/>
      <dgm:t>
        <a:bodyPr/>
        <a:lstStyle/>
        <a:p>
          <a:endParaRPr lang="en-IN"/>
        </a:p>
      </dgm:t>
    </dgm:pt>
    <dgm:pt modelId="{B11E0E9E-A969-4B44-A7AD-68A19540EBBD}">
      <dgm:prSet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/>
            <a:t>Momentum-based investments</a:t>
          </a:r>
          <a:endParaRPr lang="en-IN"/>
        </a:p>
      </dgm:t>
    </dgm:pt>
    <dgm:pt modelId="{DD170B2B-D7CE-405B-A094-901627E84650}" type="parTrans" cxnId="{88666231-5097-4581-BFB9-F8324D8E091F}">
      <dgm:prSet/>
      <dgm:spPr/>
      <dgm:t>
        <a:bodyPr/>
        <a:lstStyle/>
        <a:p>
          <a:endParaRPr lang="en-IN"/>
        </a:p>
      </dgm:t>
    </dgm:pt>
    <dgm:pt modelId="{B86DF390-3C88-4A4E-88FA-7D1B1A43E5EE}" type="sibTrans" cxnId="{88666231-5097-4581-BFB9-F8324D8E091F}">
      <dgm:prSet/>
      <dgm:spPr/>
      <dgm:t>
        <a:bodyPr/>
        <a:lstStyle/>
        <a:p>
          <a:endParaRPr lang="en-IN"/>
        </a:p>
      </dgm:t>
    </dgm:pt>
    <dgm:pt modelId="{52833436-C61B-41D3-B9B8-23B0A77BEE9F}" type="pres">
      <dgm:prSet presAssocID="{04226B30-CED5-4844-9B9E-1D29898B9D1F}" presName="Name0" presStyleCnt="0">
        <dgm:presLayoutVars>
          <dgm:dir/>
          <dgm:animLvl val="lvl"/>
          <dgm:resizeHandles val="exact"/>
        </dgm:presLayoutVars>
      </dgm:prSet>
      <dgm:spPr/>
    </dgm:pt>
    <dgm:pt modelId="{EF848D8C-191F-4F5F-B415-7BE35F32A0C6}" type="pres">
      <dgm:prSet presAssocID="{03E9A993-9743-4A6B-A59B-A8550C139812}" presName="composite" presStyleCnt="0"/>
      <dgm:spPr/>
    </dgm:pt>
    <dgm:pt modelId="{23FEFAB7-B177-4495-8BDD-75DD74B5C0A5}" type="pres">
      <dgm:prSet presAssocID="{03E9A993-9743-4A6B-A59B-A8550C139812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398A6269-AA74-4C7A-82B8-BCA485551B00}" type="pres">
      <dgm:prSet presAssocID="{03E9A993-9743-4A6B-A59B-A8550C139812}" presName="desTx" presStyleLbl="alignAccFollowNode1" presStyleIdx="0" presStyleCnt="2">
        <dgm:presLayoutVars>
          <dgm:bulletEnabled val="1"/>
        </dgm:presLayoutVars>
      </dgm:prSet>
      <dgm:spPr/>
    </dgm:pt>
    <dgm:pt modelId="{902E0A95-8208-4DC1-9F9E-DA21F32E34EB}" type="pres">
      <dgm:prSet presAssocID="{EBE66C00-F630-4D4D-AF4A-F5B35047DF12}" presName="space" presStyleCnt="0"/>
      <dgm:spPr/>
    </dgm:pt>
    <dgm:pt modelId="{EE6B380D-0DE9-4F3D-8A93-57C8D9330984}" type="pres">
      <dgm:prSet presAssocID="{476A8EE7-213D-455B-A887-4FCB4A4E3FBA}" presName="composite" presStyleCnt="0"/>
      <dgm:spPr/>
    </dgm:pt>
    <dgm:pt modelId="{1E77EEE1-B135-4D9A-8E04-DF4741541518}" type="pres">
      <dgm:prSet presAssocID="{476A8EE7-213D-455B-A887-4FCB4A4E3FB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F309F49-F311-46CF-B84F-AC39BF213AE2}" type="pres">
      <dgm:prSet presAssocID="{476A8EE7-213D-455B-A887-4FCB4A4E3FB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EFCA3908-11E2-4988-A156-0796503916C9}" type="presOf" srcId="{BBD5F286-9C7D-4B0F-B3B3-BC2907DD4D20}" destId="{398A6269-AA74-4C7A-82B8-BCA485551B00}" srcOrd="0" destOrd="0" presId="urn:microsoft.com/office/officeart/2005/8/layout/hList1"/>
    <dgm:cxn modelId="{C6FF9D0D-AF36-409F-906D-64E8595B42E6}" srcId="{CF584F3A-0045-421D-B4E7-F1C06E834DA6}" destId="{075C7F4F-7220-4C35-A7FD-144958B471D0}" srcOrd="0" destOrd="0" parTransId="{AD94F4CD-23D8-44FE-BA80-9AF704B8FB92}" sibTransId="{158FCE0B-E1D7-44BE-9E64-BA575059BD08}"/>
    <dgm:cxn modelId="{FA82A911-AD5D-4AFE-BF87-949BF7EDCC6E}" srcId="{04226B30-CED5-4844-9B9E-1D29898B9D1F}" destId="{03E9A993-9743-4A6B-A59B-A8550C139812}" srcOrd="0" destOrd="0" parTransId="{20CA5AF1-E167-4EA7-8BE2-1F8B4360642F}" sibTransId="{EBE66C00-F630-4D4D-AF4A-F5B35047DF12}"/>
    <dgm:cxn modelId="{4D024713-15A4-439B-BEF5-916A96CC25A8}" srcId="{476A8EE7-213D-455B-A887-4FCB4A4E3FBA}" destId="{3F7BC4EF-B525-437E-AD8A-8CA555246AD6}" srcOrd="0" destOrd="0" parTransId="{72E19D17-6050-4BF0-AB64-B45136459296}" sibTransId="{8E42BBCD-C64D-4484-A21D-096584AC4ED7}"/>
    <dgm:cxn modelId="{BB060814-7504-49AA-AE6F-ED413CF41442}" type="presOf" srcId="{DCCAD94B-1444-481F-A9CB-FF432E0FA5D2}" destId="{7F309F49-F311-46CF-B84F-AC39BF213AE2}" srcOrd="0" destOrd="4" presId="urn:microsoft.com/office/officeart/2005/8/layout/hList1"/>
    <dgm:cxn modelId="{73272414-DD28-47E2-8174-D26BBA20A821}" type="presOf" srcId="{04226B30-CED5-4844-9B9E-1D29898B9D1F}" destId="{52833436-C61B-41D3-B9B8-23B0A77BEE9F}" srcOrd="0" destOrd="0" presId="urn:microsoft.com/office/officeart/2005/8/layout/hList1"/>
    <dgm:cxn modelId="{28338B2D-6586-45D1-9555-8AD2EB5C8EDB}" srcId="{A97EB319-D6A0-404C-8D2F-F40F9C50A902}" destId="{6ACA4675-96F0-40C8-A78D-F71BC131B68B}" srcOrd="0" destOrd="0" parTransId="{708201FC-58CE-4670-B972-CD45F1F9381F}" sibTransId="{FE68655C-7FEE-48FE-9433-4457E1346C05}"/>
    <dgm:cxn modelId="{88666231-5097-4581-BFB9-F8324D8E091F}" srcId="{A97EB319-D6A0-404C-8D2F-F40F9C50A902}" destId="{B11E0E9E-A969-4B44-A7AD-68A19540EBBD}" srcOrd="2" destOrd="0" parTransId="{DD170B2B-D7CE-405B-A094-901627E84650}" sibTransId="{B86DF390-3C88-4A4E-88FA-7D1B1A43E5EE}"/>
    <dgm:cxn modelId="{10FCE63E-13EF-4B74-B50C-BE1A8C9D7EFD}" srcId="{476A8EE7-213D-455B-A887-4FCB4A4E3FBA}" destId="{7D1218C2-B99A-4728-9C8D-1077AFEBE021}" srcOrd="1" destOrd="0" parTransId="{AE65473D-47C7-4EC9-92F1-BC8F394F0036}" sibTransId="{BE0854A8-738C-4469-A78A-E88446F21AB9}"/>
    <dgm:cxn modelId="{DFEB1741-FCC7-441E-B73B-34A6E7E97769}" type="presOf" srcId="{26A4C1B7-335C-4435-93A6-213D98DC86DA}" destId="{398A6269-AA74-4C7A-82B8-BCA485551B00}" srcOrd="0" destOrd="1" presId="urn:microsoft.com/office/officeart/2005/8/layout/hList1"/>
    <dgm:cxn modelId="{AD298141-F4C9-4A82-9AB6-45C2222852BC}" type="presOf" srcId="{A97EB319-D6A0-404C-8D2F-F40F9C50A902}" destId="{7F309F49-F311-46CF-B84F-AC39BF213AE2}" srcOrd="0" destOrd="2" presId="urn:microsoft.com/office/officeart/2005/8/layout/hList1"/>
    <dgm:cxn modelId="{CB381A45-EF94-44F9-8498-847B3A37BCB7}" srcId="{A97EB319-D6A0-404C-8D2F-F40F9C50A902}" destId="{DCCAD94B-1444-481F-A9CB-FF432E0FA5D2}" srcOrd="1" destOrd="0" parTransId="{EA819505-FB9F-489E-BE86-BFA534B1E01C}" sibTransId="{FC29D32D-23FF-49EE-8ABA-F34E0C6C4957}"/>
    <dgm:cxn modelId="{65B0A645-43C5-4B8B-8C48-4F92C8B45C53}" srcId="{04226B30-CED5-4844-9B9E-1D29898B9D1F}" destId="{476A8EE7-213D-455B-A887-4FCB4A4E3FBA}" srcOrd="1" destOrd="0" parTransId="{E62351C4-92E6-49A5-9773-C422D2927819}" sibTransId="{7A13BA8A-3A01-45B3-80FC-7F3367B68466}"/>
    <dgm:cxn modelId="{A9B89D69-0CB4-43F4-8894-3047ABAABE5B}" type="presOf" srcId="{6ACA4675-96F0-40C8-A78D-F71BC131B68B}" destId="{7F309F49-F311-46CF-B84F-AC39BF213AE2}" srcOrd="0" destOrd="3" presId="urn:microsoft.com/office/officeart/2005/8/layout/hList1"/>
    <dgm:cxn modelId="{DB75EB51-13EF-4DBB-990E-C0F38CEE8554}" srcId="{CF584F3A-0045-421D-B4E7-F1C06E834DA6}" destId="{D4619125-029D-44A7-8753-69CFDA0FB580}" srcOrd="3" destOrd="0" parTransId="{A0FEF190-653C-4DBC-BC46-FE9FD98DF758}" sibTransId="{DA07D7C9-2FEB-4A4E-9A72-07297082D1EA}"/>
    <dgm:cxn modelId="{A794EA75-EBE9-49D0-BE02-1E00435B1401}" srcId="{03E9A993-9743-4A6B-A59B-A8550C139812}" destId="{CF584F3A-0045-421D-B4E7-F1C06E834DA6}" srcOrd="2" destOrd="0" parTransId="{CA6DC427-6A2A-4FE0-8EA0-50C641821BDC}" sibTransId="{3B0DC1FB-F6F4-4430-9B6E-5A8F074D761B}"/>
    <dgm:cxn modelId="{D67D8F56-60F6-41AD-A252-296B91BD1742}" type="presOf" srcId="{D4619125-029D-44A7-8753-69CFDA0FB580}" destId="{398A6269-AA74-4C7A-82B8-BCA485551B00}" srcOrd="0" destOrd="6" presId="urn:microsoft.com/office/officeart/2005/8/layout/hList1"/>
    <dgm:cxn modelId="{88CDCA80-AE53-45B3-BAF1-25096C4E8038}" type="presOf" srcId="{B11E0E9E-A969-4B44-A7AD-68A19540EBBD}" destId="{7F309F49-F311-46CF-B84F-AC39BF213AE2}" srcOrd="0" destOrd="5" presId="urn:microsoft.com/office/officeart/2005/8/layout/hList1"/>
    <dgm:cxn modelId="{2946D984-734B-4EAF-9086-320428BB741B}" type="presOf" srcId="{03E9A993-9743-4A6B-A59B-A8550C139812}" destId="{23FEFAB7-B177-4495-8BDD-75DD74B5C0A5}" srcOrd="0" destOrd="0" presId="urn:microsoft.com/office/officeart/2005/8/layout/hList1"/>
    <dgm:cxn modelId="{9707088C-16E8-4574-876A-7DA78D561066}" type="presOf" srcId="{476A8EE7-213D-455B-A887-4FCB4A4E3FBA}" destId="{1E77EEE1-B135-4D9A-8E04-DF4741541518}" srcOrd="0" destOrd="0" presId="urn:microsoft.com/office/officeart/2005/8/layout/hList1"/>
    <dgm:cxn modelId="{3B07C58F-48DD-435B-9216-18EEF97A3AED}" srcId="{03E9A993-9743-4A6B-A59B-A8550C139812}" destId="{26A4C1B7-335C-4435-93A6-213D98DC86DA}" srcOrd="1" destOrd="0" parTransId="{CD12AE22-1433-4EB9-8483-2544F59A68E2}" sibTransId="{B0BCAD62-A1C1-4108-8D4D-29EA3489B952}"/>
    <dgm:cxn modelId="{9ADB43A8-72A5-4986-A576-3F3B93BC51EC}" type="presOf" srcId="{075C7F4F-7220-4C35-A7FD-144958B471D0}" destId="{398A6269-AA74-4C7A-82B8-BCA485551B00}" srcOrd="0" destOrd="3" presId="urn:microsoft.com/office/officeart/2005/8/layout/hList1"/>
    <dgm:cxn modelId="{9CE7C6AA-C22E-4D13-90C6-066A8B61064C}" type="presOf" srcId="{EA50C730-03DF-42EF-9542-C6619E9EE440}" destId="{398A6269-AA74-4C7A-82B8-BCA485551B00}" srcOrd="0" destOrd="5" presId="urn:microsoft.com/office/officeart/2005/8/layout/hList1"/>
    <dgm:cxn modelId="{375A10AB-62FE-4391-A611-6608997F2312}" type="presOf" srcId="{6F2E347B-EF2A-4F1F-93C4-2B0061263312}" destId="{398A6269-AA74-4C7A-82B8-BCA485551B00}" srcOrd="0" destOrd="4" presId="urn:microsoft.com/office/officeart/2005/8/layout/hList1"/>
    <dgm:cxn modelId="{7E7150B0-A215-4556-9BDE-6D807B02987F}" srcId="{CF584F3A-0045-421D-B4E7-F1C06E834DA6}" destId="{6F2E347B-EF2A-4F1F-93C4-2B0061263312}" srcOrd="1" destOrd="0" parTransId="{A49F6B6F-BA0D-48E8-B92D-9DF594A3E7BB}" sibTransId="{D7F1A7E1-62AC-4C3D-A77F-2E0739D056F2}"/>
    <dgm:cxn modelId="{FEB784B4-7BA1-4A60-AF59-2ABC54FD3D9D}" srcId="{CF584F3A-0045-421D-B4E7-F1C06E834DA6}" destId="{EA50C730-03DF-42EF-9542-C6619E9EE440}" srcOrd="2" destOrd="0" parTransId="{A0C6CFEB-E268-4AB2-AFD1-B329DA908C58}" sibTransId="{38C5044A-1A67-4427-8ABE-E4B4CBFD1567}"/>
    <dgm:cxn modelId="{D14A9EC3-8445-492B-BEF1-E2C8381AD1D3}" type="presOf" srcId="{7D1218C2-B99A-4728-9C8D-1077AFEBE021}" destId="{7F309F49-F311-46CF-B84F-AC39BF213AE2}" srcOrd="0" destOrd="1" presId="urn:microsoft.com/office/officeart/2005/8/layout/hList1"/>
    <dgm:cxn modelId="{8A155ECA-EB5F-4EC1-BE3F-4AA1E6162940}" type="presOf" srcId="{3F7BC4EF-B525-437E-AD8A-8CA555246AD6}" destId="{7F309F49-F311-46CF-B84F-AC39BF213AE2}" srcOrd="0" destOrd="0" presId="urn:microsoft.com/office/officeart/2005/8/layout/hList1"/>
    <dgm:cxn modelId="{FAA773DA-74EA-444B-AF0C-BCE108D2C4DB}" srcId="{476A8EE7-213D-455B-A887-4FCB4A4E3FBA}" destId="{A97EB319-D6A0-404C-8D2F-F40F9C50A902}" srcOrd="2" destOrd="0" parTransId="{57697CFB-DC13-408B-B557-4A834F40ABB9}" sibTransId="{40A1511A-72D9-42E6-A64C-1CE49A7AD798}"/>
    <dgm:cxn modelId="{FC51A9E7-D64D-404D-AFD6-1B91E0D36E20}" type="presOf" srcId="{CF584F3A-0045-421D-B4E7-F1C06E834DA6}" destId="{398A6269-AA74-4C7A-82B8-BCA485551B00}" srcOrd="0" destOrd="2" presId="urn:microsoft.com/office/officeart/2005/8/layout/hList1"/>
    <dgm:cxn modelId="{EF7E1CF1-85AB-4DB7-B030-181C71171E27}" srcId="{03E9A993-9743-4A6B-A59B-A8550C139812}" destId="{BBD5F286-9C7D-4B0F-B3B3-BC2907DD4D20}" srcOrd="0" destOrd="0" parTransId="{73138C56-8716-4655-8C94-FB3EF180E9DF}" sibTransId="{B20F13C0-65A2-485D-B9DB-A26C64EB9389}"/>
    <dgm:cxn modelId="{8DB5206E-AAA5-4253-A3C0-DBA1C5CCAA19}" type="presParOf" srcId="{52833436-C61B-41D3-B9B8-23B0A77BEE9F}" destId="{EF848D8C-191F-4F5F-B415-7BE35F32A0C6}" srcOrd="0" destOrd="0" presId="urn:microsoft.com/office/officeart/2005/8/layout/hList1"/>
    <dgm:cxn modelId="{50760F7F-BCB0-4C24-8DAF-48A1C2D24831}" type="presParOf" srcId="{EF848D8C-191F-4F5F-B415-7BE35F32A0C6}" destId="{23FEFAB7-B177-4495-8BDD-75DD74B5C0A5}" srcOrd="0" destOrd="0" presId="urn:microsoft.com/office/officeart/2005/8/layout/hList1"/>
    <dgm:cxn modelId="{9DF81579-A097-40A0-BA05-88913B266C5A}" type="presParOf" srcId="{EF848D8C-191F-4F5F-B415-7BE35F32A0C6}" destId="{398A6269-AA74-4C7A-82B8-BCA485551B00}" srcOrd="1" destOrd="0" presId="urn:microsoft.com/office/officeart/2005/8/layout/hList1"/>
    <dgm:cxn modelId="{0DA6B8C3-5B9E-4F0E-A063-491B2CAABC13}" type="presParOf" srcId="{52833436-C61B-41D3-B9B8-23B0A77BEE9F}" destId="{902E0A95-8208-4DC1-9F9E-DA21F32E34EB}" srcOrd="1" destOrd="0" presId="urn:microsoft.com/office/officeart/2005/8/layout/hList1"/>
    <dgm:cxn modelId="{E74446FF-72A8-4D1F-97C6-74FC3CB92E8A}" type="presParOf" srcId="{52833436-C61B-41D3-B9B8-23B0A77BEE9F}" destId="{EE6B380D-0DE9-4F3D-8A93-57C8D9330984}" srcOrd="2" destOrd="0" presId="urn:microsoft.com/office/officeart/2005/8/layout/hList1"/>
    <dgm:cxn modelId="{F20BDD46-CCD8-4D72-B2D1-2F15D54F3ED1}" type="presParOf" srcId="{EE6B380D-0DE9-4F3D-8A93-57C8D9330984}" destId="{1E77EEE1-B135-4D9A-8E04-DF4741541518}" srcOrd="0" destOrd="0" presId="urn:microsoft.com/office/officeart/2005/8/layout/hList1"/>
    <dgm:cxn modelId="{419FF455-C3CB-498F-8FE1-ED109C2A58D3}" type="presParOf" srcId="{EE6B380D-0DE9-4F3D-8A93-57C8D9330984}" destId="{7F309F49-F311-46CF-B84F-AC39BF213AE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24223C6-81CA-4C36-9D30-7F808124631E}" type="doc">
      <dgm:prSet loTypeId="urn:microsoft.com/office/officeart/2005/8/layout/vList3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CBA814B-FEA8-4105-A260-158E395B269A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IN" dirty="0"/>
            <a:t>Dataset Description</a:t>
          </a:r>
        </a:p>
      </dgm:t>
    </dgm:pt>
    <dgm:pt modelId="{D76F4A11-A6D9-470D-810E-89292049F8BB}" type="parTrans" cxnId="{B29A67F2-B6F3-491E-8D32-9EF48C1C270A}">
      <dgm:prSet/>
      <dgm:spPr/>
      <dgm:t>
        <a:bodyPr/>
        <a:lstStyle/>
        <a:p>
          <a:endParaRPr lang="en-IN"/>
        </a:p>
      </dgm:t>
    </dgm:pt>
    <dgm:pt modelId="{912F8783-9BF4-4D0E-83BE-166DAA31771E}" type="sibTrans" cxnId="{B29A67F2-B6F3-491E-8D32-9EF48C1C270A}">
      <dgm:prSet/>
      <dgm:spPr/>
      <dgm:t>
        <a:bodyPr/>
        <a:lstStyle/>
        <a:p>
          <a:endParaRPr lang="en-IN"/>
        </a:p>
      </dgm:t>
    </dgm:pt>
    <dgm:pt modelId="{5764781B-5D3E-4F2C-AE1F-0FD39CBC5D80}" type="pres">
      <dgm:prSet presAssocID="{724223C6-81CA-4C36-9D30-7F808124631E}" presName="linearFlow" presStyleCnt="0">
        <dgm:presLayoutVars>
          <dgm:dir/>
          <dgm:resizeHandles val="exact"/>
        </dgm:presLayoutVars>
      </dgm:prSet>
      <dgm:spPr/>
    </dgm:pt>
    <dgm:pt modelId="{87035BBB-29AF-4F09-8F69-F6B043F00D36}" type="pres">
      <dgm:prSet presAssocID="{2CBA814B-FEA8-4105-A260-158E395B269A}" presName="composite" presStyleCnt="0"/>
      <dgm:spPr/>
    </dgm:pt>
    <dgm:pt modelId="{81E2DD86-4A2F-4540-94FE-6E591FC52CE8}" type="pres">
      <dgm:prSet presAssocID="{2CBA814B-FEA8-4105-A260-158E395B269A}" presName="imgShp" presStyleLbl="fgImgPlace1" presStyleIdx="0" presStyleCnt="1" custLinFactNeighborX="-33270" custLinFactNeighborY="-1416"/>
      <dgm:spPr>
        <a:blipFill dpi="0" rotWithShape="1">
          <a:blip xmlns:r="http://schemas.openxmlformats.org/officeDocument/2006/relationships" r:embed="rId1">
            <a:alphaModFix amt="9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 with solid fill"/>
        </a:ext>
      </dgm:extLst>
    </dgm:pt>
    <dgm:pt modelId="{97893C0F-418A-4F51-8CCC-BAAE43613FCA}" type="pres">
      <dgm:prSet presAssocID="{2CBA814B-FEA8-4105-A260-158E395B269A}" presName="txShp" presStyleLbl="node1" presStyleIdx="0" presStyleCnt="1">
        <dgm:presLayoutVars>
          <dgm:bulletEnabled val="1"/>
        </dgm:presLayoutVars>
      </dgm:prSet>
      <dgm:spPr/>
    </dgm:pt>
  </dgm:ptLst>
  <dgm:cxnLst>
    <dgm:cxn modelId="{0728C426-ED29-455F-8DFA-7225D983A450}" type="presOf" srcId="{2CBA814B-FEA8-4105-A260-158E395B269A}" destId="{97893C0F-418A-4F51-8CCC-BAAE43613FCA}" srcOrd="0" destOrd="0" presId="urn:microsoft.com/office/officeart/2005/8/layout/vList3"/>
    <dgm:cxn modelId="{3D8A1E9C-282D-40E5-BDDF-69C0895535DE}" type="presOf" srcId="{724223C6-81CA-4C36-9D30-7F808124631E}" destId="{5764781B-5D3E-4F2C-AE1F-0FD39CBC5D80}" srcOrd="0" destOrd="0" presId="urn:microsoft.com/office/officeart/2005/8/layout/vList3"/>
    <dgm:cxn modelId="{B29A67F2-B6F3-491E-8D32-9EF48C1C270A}" srcId="{724223C6-81CA-4C36-9D30-7F808124631E}" destId="{2CBA814B-FEA8-4105-A260-158E395B269A}" srcOrd="0" destOrd="0" parTransId="{D76F4A11-A6D9-470D-810E-89292049F8BB}" sibTransId="{912F8783-9BF4-4D0E-83BE-166DAA31771E}"/>
    <dgm:cxn modelId="{0E16867C-961D-4D02-9849-CB2C9EEFE919}" type="presParOf" srcId="{5764781B-5D3E-4F2C-AE1F-0FD39CBC5D80}" destId="{87035BBB-29AF-4F09-8F69-F6B043F00D36}" srcOrd="0" destOrd="0" presId="urn:microsoft.com/office/officeart/2005/8/layout/vList3"/>
    <dgm:cxn modelId="{A94DD3CC-F842-42CC-912C-4099379FB36D}" type="presParOf" srcId="{87035BBB-29AF-4F09-8F69-F6B043F00D36}" destId="{81E2DD86-4A2F-4540-94FE-6E591FC52CE8}" srcOrd="0" destOrd="0" presId="urn:microsoft.com/office/officeart/2005/8/layout/vList3"/>
    <dgm:cxn modelId="{51BF7098-6AD2-47EB-95F3-FEA2FFBAB337}" type="presParOf" srcId="{87035BBB-29AF-4F09-8F69-F6B043F00D36}" destId="{97893C0F-418A-4F51-8CCC-BAAE43613FC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C40EF99-D578-4FCF-8B85-9A7D4FB6B703}" type="doc">
      <dgm:prSet loTypeId="urn:microsoft.com/office/officeart/2005/8/layout/hList7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880C0F7-F75E-4AD5-BC05-D4658F59B38C}">
      <dgm:prSet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dirty="0"/>
            <a:t>Historical stock price data (CSV)</a:t>
          </a:r>
          <a:endParaRPr lang="en-IN" dirty="0"/>
        </a:p>
      </dgm:t>
    </dgm:pt>
    <dgm:pt modelId="{09328DA5-2F49-40F6-868F-FD16FB0746EF}" type="parTrans" cxnId="{ED888058-BA8A-4E7D-BE37-D4BD193CA21F}">
      <dgm:prSet/>
      <dgm:spPr/>
      <dgm:t>
        <a:bodyPr/>
        <a:lstStyle/>
        <a:p>
          <a:endParaRPr lang="en-IN"/>
        </a:p>
      </dgm:t>
    </dgm:pt>
    <dgm:pt modelId="{9BE216FA-64F9-458F-AE31-223A67119FD3}" type="sibTrans" cxnId="{ED888058-BA8A-4E7D-BE37-D4BD193CA21F}">
      <dgm:prSet/>
      <dgm:spPr/>
      <dgm:t>
        <a:bodyPr/>
        <a:lstStyle/>
        <a:p>
          <a:endParaRPr lang="en-IN"/>
        </a:p>
      </dgm:t>
    </dgm:pt>
    <dgm:pt modelId="{0D44F69B-63B5-43A1-ABA6-53C5AC07A177}">
      <dgm:prSet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dirty="0"/>
            <a:t>Time Period: </a:t>
          </a:r>
          <a:r>
            <a:rPr lang="en-US" b="1" dirty="0"/>
            <a:t>Oct 2015 – Sept 2020</a:t>
          </a:r>
          <a:endParaRPr lang="en-IN" dirty="0"/>
        </a:p>
      </dgm:t>
    </dgm:pt>
    <dgm:pt modelId="{B1CAEFB6-DD78-4AF6-AFFA-62EB995452BB}" type="parTrans" cxnId="{E2E078CF-17BE-4BB4-94BC-52DDA1B532FD}">
      <dgm:prSet/>
      <dgm:spPr/>
      <dgm:t>
        <a:bodyPr/>
        <a:lstStyle/>
        <a:p>
          <a:endParaRPr lang="en-IN"/>
        </a:p>
      </dgm:t>
    </dgm:pt>
    <dgm:pt modelId="{0A31E56C-41AC-4523-B442-A60DB98894B5}" type="sibTrans" cxnId="{E2E078CF-17BE-4BB4-94BC-52DDA1B532FD}">
      <dgm:prSet/>
      <dgm:spPr/>
      <dgm:t>
        <a:bodyPr/>
        <a:lstStyle/>
        <a:p>
          <a:endParaRPr lang="en-IN"/>
        </a:p>
      </dgm:t>
    </dgm:pt>
    <dgm:pt modelId="{22B15796-37E6-4FF6-92DB-8EFB05C7C7B0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IN" sz="2400" dirty="0"/>
            <a:t>Sectors Analyzed</a:t>
          </a:r>
          <a:r>
            <a:rPr lang="en-US" sz="2400" dirty="0"/>
            <a:t>:</a:t>
          </a:r>
          <a:endParaRPr lang="en-IN" sz="2400" dirty="0"/>
        </a:p>
      </dgm:t>
    </dgm:pt>
    <dgm:pt modelId="{3DA4C570-57F7-4A79-B087-D985CC40F39D}" type="parTrans" cxnId="{89DBEEFE-20C8-4130-B841-34678DAAA120}">
      <dgm:prSet/>
      <dgm:spPr/>
      <dgm:t>
        <a:bodyPr/>
        <a:lstStyle/>
        <a:p>
          <a:endParaRPr lang="en-IN"/>
        </a:p>
      </dgm:t>
    </dgm:pt>
    <dgm:pt modelId="{BA72F6F6-347D-4E51-B2B3-4C13B2FE6AC0}" type="sibTrans" cxnId="{89DBEEFE-20C8-4130-B841-34678DAAA120}">
      <dgm:prSet/>
      <dgm:spPr/>
      <dgm:t>
        <a:bodyPr/>
        <a:lstStyle/>
        <a:p>
          <a:endParaRPr lang="en-IN"/>
        </a:p>
      </dgm:t>
    </dgm:pt>
    <dgm:pt modelId="{3D3BFADA-176E-4B0E-80A4-BA3279A1A654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1800" dirty="0"/>
            <a:t>Technology</a:t>
          </a:r>
          <a:endParaRPr lang="en-IN" sz="1800" dirty="0"/>
        </a:p>
      </dgm:t>
    </dgm:pt>
    <dgm:pt modelId="{39B784BC-606E-4830-B720-CC566DC4A0D4}" type="parTrans" cxnId="{CDCCB9EE-5798-4CA1-8E38-6EE8A2A7D064}">
      <dgm:prSet/>
      <dgm:spPr/>
      <dgm:t>
        <a:bodyPr/>
        <a:lstStyle/>
        <a:p>
          <a:endParaRPr lang="en-IN"/>
        </a:p>
      </dgm:t>
    </dgm:pt>
    <dgm:pt modelId="{268346F9-82A3-45E2-8796-9F07FF5C9B21}" type="sibTrans" cxnId="{CDCCB9EE-5798-4CA1-8E38-6EE8A2A7D064}">
      <dgm:prSet/>
      <dgm:spPr/>
      <dgm:t>
        <a:bodyPr/>
        <a:lstStyle/>
        <a:p>
          <a:endParaRPr lang="en-IN"/>
        </a:p>
      </dgm:t>
    </dgm:pt>
    <dgm:pt modelId="{3D67A203-346F-4BBF-A67D-8168D3D66CF6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1800" dirty="0"/>
            <a:t>Banking</a:t>
          </a:r>
          <a:endParaRPr lang="en-IN" sz="1800" dirty="0"/>
        </a:p>
      </dgm:t>
    </dgm:pt>
    <dgm:pt modelId="{3D761426-A316-40F0-8AFD-0B9FE6FFF2DE}" type="parTrans" cxnId="{16FD3F6E-F38F-4B05-8EA0-2A2971481614}">
      <dgm:prSet/>
      <dgm:spPr/>
      <dgm:t>
        <a:bodyPr/>
        <a:lstStyle/>
        <a:p>
          <a:endParaRPr lang="en-IN"/>
        </a:p>
      </dgm:t>
    </dgm:pt>
    <dgm:pt modelId="{E1C79FD5-A005-4491-B2F9-DFBB0E5FFACC}" type="sibTrans" cxnId="{16FD3F6E-F38F-4B05-8EA0-2A2971481614}">
      <dgm:prSet/>
      <dgm:spPr/>
      <dgm:t>
        <a:bodyPr/>
        <a:lstStyle/>
        <a:p>
          <a:endParaRPr lang="en-IN"/>
        </a:p>
      </dgm:t>
    </dgm:pt>
    <dgm:pt modelId="{D2646739-F58D-47A0-88F2-AAC4240A5158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1800" dirty="0"/>
            <a:t>Aviation</a:t>
          </a:r>
          <a:endParaRPr lang="en-IN" sz="1800" dirty="0"/>
        </a:p>
      </dgm:t>
    </dgm:pt>
    <dgm:pt modelId="{D800A3D5-C68B-4C36-84C8-E7932A72BD16}" type="parTrans" cxnId="{A6EEC16F-B522-44AD-AC2E-6211F93FE761}">
      <dgm:prSet/>
      <dgm:spPr/>
      <dgm:t>
        <a:bodyPr/>
        <a:lstStyle/>
        <a:p>
          <a:endParaRPr lang="en-IN"/>
        </a:p>
      </dgm:t>
    </dgm:pt>
    <dgm:pt modelId="{366DFAB0-C252-4305-BCD9-1BAA2AFFF724}" type="sibTrans" cxnId="{A6EEC16F-B522-44AD-AC2E-6211F93FE761}">
      <dgm:prSet/>
      <dgm:spPr/>
      <dgm:t>
        <a:bodyPr/>
        <a:lstStyle/>
        <a:p>
          <a:endParaRPr lang="en-IN"/>
        </a:p>
      </dgm:t>
    </dgm:pt>
    <dgm:pt modelId="{186BCB4C-ADAD-4FD3-ABFD-FE8953663D12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1800" dirty="0"/>
            <a:t>Pharmaceutical</a:t>
          </a:r>
          <a:endParaRPr lang="en-IN" sz="1800" dirty="0"/>
        </a:p>
      </dgm:t>
    </dgm:pt>
    <dgm:pt modelId="{32CA0B75-E452-4234-A19D-9821B8FC8152}" type="parTrans" cxnId="{AF09C5B5-90F2-429E-B11E-4DEE178D5927}">
      <dgm:prSet/>
      <dgm:spPr/>
      <dgm:t>
        <a:bodyPr/>
        <a:lstStyle/>
        <a:p>
          <a:endParaRPr lang="en-IN"/>
        </a:p>
      </dgm:t>
    </dgm:pt>
    <dgm:pt modelId="{C0409B34-9644-4F12-9199-03B1F81B069B}" type="sibTrans" cxnId="{AF09C5B5-90F2-429E-B11E-4DEE178D5927}">
      <dgm:prSet/>
      <dgm:spPr/>
      <dgm:t>
        <a:bodyPr/>
        <a:lstStyle/>
        <a:p>
          <a:endParaRPr lang="en-IN"/>
        </a:p>
      </dgm:t>
    </dgm:pt>
    <dgm:pt modelId="{E86920C8-FB36-41E5-B445-78265C56DA11}">
      <dgm:prSet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dirty="0"/>
            <a:t>Benchmark: </a:t>
          </a:r>
          <a:r>
            <a:rPr lang="en-US" b="1" dirty="0"/>
            <a:t>S&amp;</a:t>
          </a:r>
          <a:r>
            <a:rPr lang="en-US" b="1"/>
            <a:t>P 500</a:t>
          </a:r>
          <a:endParaRPr lang="en-IN" dirty="0"/>
        </a:p>
      </dgm:t>
    </dgm:pt>
    <dgm:pt modelId="{47042FF3-CA72-41C8-BB85-B8D638631190}" type="parTrans" cxnId="{798427E5-2276-44DA-A824-1D2012D1FEAB}">
      <dgm:prSet/>
      <dgm:spPr/>
      <dgm:t>
        <a:bodyPr/>
        <a:lstStyle/>
        <a:p>
          <a:endParaRPr lang="en-IN"/>
        </a:p>
      </dgm:t>
    </dgm:pt>
    <dgm:pt modelId="{4569EE9D-746E-44BF-8688-0A41103747AF}" type="sibTrans" cxnId="{798427E5-2276-44DA-A824-1D2012D1FEAB}">
      <dgm:prSet/>
      <dgm:spPr/>
      <dgm:t>
        <a:bodyPr/>
        <a:lstStyle/>
        <a:p>
          <a:endParaRPr lang="en-IN"/>
        </a:p>
      </dgm:t>
    </dgm:pt>
    <dgm:pt modelId="{E69B8278-0AF1-4669-BB4A-1DF85298ACBF}" type="pres">
      <dgm:prSet presAssocID="{6C40EF99-D578-4FCF-8B85-9A7D4FB6B703}" presName="Name0" presStyleCnt="0">
        <dgm:presLayoutVars>
          <dgm:dir/>
          <dgm:resizeHandles val="exact"/>
        </dgm:presLayoutVars>
      </dgm:prSet>
      <dgm:spPr/>
    </dgm:pt>
    <dgm:pt modelId="{ADAEB092-9BFE-41D7-8526-AFBC777A85F2}" type="pres">
      <dgm:prSet presAssocID="{6C40EF99-D578-4FCF-8B85-9A7D4FB6B703}" presName="fgShape" presStyleLbl="fgShp" presStyleIdx="0" presStyleCnt="1"/>
      <dgm:spPr>
        <a:solidFill>
          <a:schemeClr val="accent4">
            <a:lumMod val="20000"/>
            <a:lumOff val="80000"/>
          </a:schemeClr>
        </a:solidFill>
      </dgm:spPr>
    </dgm:pt>
    <dgm:pt modelId="{95FB53DD-BFC6-4D2D-B6DE-769D985D56A0}" type="pres">
      <dgm:prSet presAssocID="{6C40EF99-D578-4FCF-8B85-9A7D4FB6B703}" presName="linComp" presStyleCnt="0"/>
      <dgm:spPr/>
    </dgm:pt>
    <dgm:pt modelId="{0E977710-BAB0-42D8-934A-562AA8ED5C0B}" type="pres">
      <dgm:prSet presAssocID="{0880C0F7-F75E-4AD5-BC05-D4658F59B38C}" presName="compNode" presStyleCnt="0"/>
      <dgm:spPr/>
    </dgm:pt>
    <dgm:pt modelId="{F7C2693C-0D8F-4117-B495-18882BCFE9D2}" type="pres">
      <dgm:prSet presAssocID="{0880C0F7-F75E-4AD5-BC05-D4658F59B38C}" presName="bkgdShape" presStyleLbl="node1" presStyleIdx="0" presStyleCnt="4"/>
      <dgm:spPr/>
    </dgm:pt>
    <dgm:pt modelId="{F773FB4D-B75A-4491-B266-C26E23B120D0}" type="pres">
      <dgm:prSet presAssocID="{0880C0F7-F75E-4AD5-BC05-D4658F59B38C}" presName="nodeTx" presStyleLbl="node1" presStyleIdx="0" presStyleCnt="4">
        <dgm:presLayoutVars>
          <dgm:bulletEnabled val="1"/>
        </dgm:presLayoutVars>
      </dgm:prSet>
      <dgm:spPr/>
    </dgm:pt>
    <dgm:pt modelId="{41A081B9-C199-47B8-A42F-7F8497642554}" type="pres">
      <dgm:prSet presAssocID="{0880C0F7-F75E-4AD5-BC05-D4658F59B38C}" presName="invisiNode" presStyleLbl="node1" presStyleIdx="0" presStyleCnt="4"/>
      <dgm:spPr/>
    </dgm:pt>
    <dgm:pt modelId="{0A0B6CE2-D3CD-4D6E-AB5D-0E29CB663556}" type="pres">
      <dgm:prSet presAssocID="{0880C0F7-F75E-4AD5-BC05-D4658F59B38C}" presName="imagNode" presStyleLbl="fgImgPlace1" presStyleIdx="0" presStyleCnt="4"/>
      <dgm:spPr>
        <a:blipFill dpi="0" rotWithShape="1">
          <a:blip xmlns:r="http://schemas.openxmlformats.org/officeDocument/2006/relationships" r:embed="rId1">
            <a:alphaModFix amt="52000"/>
          </a:blip>
          <a:srcRect/>
          <a:stretch>
            <a:fillRect l="2795" t="2795" r="2795" b="2795"/>
          </a:stretch>
        </a:blipFill>
        <a:ln>
          <a:noFill/>
        </a:ln>
      </dgm:spPr>
    </dgm:pt>
    <dgm:pt modelId="{9DDC68C3-88F1-41FF-A6CC-B1AC5CBBD1B6}" type="pres">
      <dgm:prSet presAssocID="{9BE216FA-64F9-458F-AE31-223A67119FD3}" presName="sibTrans" presStyleLbl="sibTrans2D1" presStyleIdx="0" presStyleCnt="0"/>
      <dgm:spPr/>
    </dgm:pt>
    <dgm:pt modelId="{C2CB8551-C543-4BA4-9E49-BEBB42056B57}" type="pres">
      <dgm:prSet presAssocID="{0D44F69B-63B5-43A1-ABA6-53C5AC07A177}" presName="compNode" presStyleCnt="0"/>
      <dgm:spPr/>
    </dgm:pt>
    <dgm:pt modelId="{968AEF01-95A3-4C1A-B619-5144933C3FF6}" type="pres">
      <dgm:prSet presAssocID="{0D44F69B-63B5-43A1-ABA6-53C5AC07A177}" presName="bkgdShape" presStyleLbl="node1" presStyleIdx="1" presStyleCnt="4"/>
      <dgm:spPr/>
    </dgm:pt>
    <dgm:pt modelId="{5D890403-6124-4C36-9F02-9FCDBC2FF3CC}" type="pres">
      <dgm:prSet presAssocID="{0D44F69B-63B5-43A1-ABA6-53C5AC07A177}" presName="nodeTx" presStyleLbl="node1" presStyleIdx="1" presStyleCnt="4">
        <dgm:presLayoutVars>
          <dgm:bulletEnabled val="1"/>
        </dgm:presLayoutVars>
      </dgm:prSet>
      <dgm:spPr/>
    </dgm:pt>
    <dgm:pt modelId="{A3F0B6AB-B456-47BD-9B4D-038AD755ED35}" type="pres">
      <dgm:prSet presAssocID="{0D44F69B-63B5-43A1-ABA6-53C5AC07A177}" presName="invisiNode" presStyleLbl="node1" presStyleIdx="1" presStyleCnt="4"/>
      <dgm:spPr/>
    </dgm:pt>
    <dgm:pt modelId="{95C2496B-97D2-4078-815B-EE52B92D8B2A}" type="pres">
      <dgm:prSet presAssocID="{0D44F69B-63B5-43A1-ABA6-53C5AC07A177}" presName="imagNode" presStyleLbl="fgImgPlace1" presStyleIdx="1" presStyleCnt="4"/>
      <dgm:spPr>
        <a:blipFill dpi="0" rotWithShape="1">
          <a:blip xmlns:r="http://schemas.openxmlformats.org/officeDocument/2006/relationships" r:embed="rId2">
            <a:alphaModFix amt="61000"/>
          </a:blip>
          <a:srcRect/>
          <a:stretch>
            <a:fillRect l="9006" t="10249" r="9006" b="10249"/>
          </a:stretch>
        </a:blipFill>
        <a:ln>
          <a:noFill/>
        </a:ln>
      </dgm:spPr>
    </dgm:pt>
    <dgm:pt modelId="{7C67E5A5-B700-4CE8-B148-E11F235CC176}" type="pres">
      <dgm:prSet presAssocID="{0A31E56C-41AC-4523-B442-A60DB98894B5}" presName="sibTrans" presStyleLbl="sibTrans2D1" presStyleIdx="0" presStyleCnt="0"/>
      <dgm:spPr/>
    </dgm:pt>
    <dgm:pt modelId="{78E9F0A1-C5B2-4D6E-8CBB-D3567DB11411}" type="pres">
      <dgm:prSet presAssocID="{22B15796-37E6-4FF6-92DB-8EFB05C7C7B0}" presName="compNode" presStyleCnt="0"/>
      <dgm:spPr/>
    </dgm:pt>
    <dgm:pt modelId="{63F4E592-38D5-4C8F-AED8-5CF0CA72D109}" type="pres">
      <dgm:prSet presAssocID="{22B15796-37E6-4FF6-92DB-8EFB05C7C7B0}" presName="bkgdShape" presStyleLbl="node1" presStyleIdx="2" presStyleCnt="4"/>
      <dgm:spPr/>
    </dgm:pt>
    <dgm:pt modelId="{156A22FD-201D-4564-9084-BE1AE4254008}" type="pres">
      <dgm:prSet presAssocID="{22B15796-37E6-4FF6-92DB-8EFB05C7C7B0}" presName="nodeTx" presStyleLbl="node1" presStyleIdx="2" presStyleCnt="4">
        <dgm:presLayoutVars>
          <dgm:bulletEnabled val="1"/>
        </dgm:presLayoutVars>
      </dgm:prSet>
      <dgm:spPr/>
    </dgm:pt>
    <dgm:pt modelId="{7A16FA9C-05EF-485E-AC69-BB8022A8C290}" type="pres">
      <dgm:prSet presAssocID="{22B15796-37E6-4FF6-92DB-8EFB05C7C7B0}" presName="invisiNode" presStyleLbl="node1" presStyleIdx="2" presStyleCnt="4"/>
      <dgm:spPr/>
    </dgm:pt>
    <dgm:pt modelId="{076F02B4-4F13-4D06-BEE0-F80554198C9E}" type="pres">
      <dgm:prSet presAssocID="{22B15796-37E6-4FF6-92DB-8EFB05C7C7B0}" presName="imagNode" presStyleLbl="fgImgPlace1" presStyleIdx="2" presStyleCnt="4"/>
      <dgm:spPr>
        <a:blipFill dpi="0" rotWithShape="1">
          <a:blip xmlns:r="http://schemas.openxmlformats.org/officeDocument/2006/relationships" r:embed="rId3">
            <a:alphaModFix amt="66000"/>
          </a:blip>
          <a:srcRect/>
          <a:stretch>
            <a:fillRect l="12733" t="12733" r="12733" b="12733"/>
          </a:stretch>
        </a:blipFill>
        <a:ln>
          <a:noFill/>
        </a:ln>
      </dgm:spPr>
    </dgm:pt>
    <dgm:pt modelId="{75F7BD68-58CA-4D4A-A3F4-430E310A08DC}" type="pres">
      <dgm:prSet presAssocID="{BA72F6F6-347D-4E51-B2B3-4C13B2FE6AC0}" presName="sibTrans" presStyleLbl="sibTrans2D1" presStyleIdx="0" presStyleCnt="0"/>
      <dgm:spPr/>
    </dgm:pt>
    <dgm:pt modelId="{9A73B1B8-5088-4A1D-B397-522845422FC3}" type="pres">
      <dgm:prSet presAssocID="{E86920C8-FB36-41E5-B445-78265C56DA11}" presName="compNode" presStyleCnt="0"/>
      <dgm:spPr/>
    </dgm:pt>
    <dgm:pt modelId="{A031C5C6-BF0D-4505-8AF1-ABC799EC8C52}" type="pres">
      <dgm:prSet presAssocID="{E86920C8-FB36-41E5-B445-78265C56DA11}" presName="bkgdShape" presStyleLbl="node1" presStyleIdx="3" presStyleCnt="4"/>
      <dgm:spPr/>
    </dgm:pt>
    <dgm:pt modelId="{7A895047-9C35-402C-927A-CB78D14A5672}" type="pres">
      <dgm:prSet presAssocID="{E86920C8-FB36-41E5-B445-78265C56DA11}" presName="nodeTx" presStyleLbl="node1" presStyleIdx="3" presStyleCnt="4">
        <dgm:presLayoutVars>
          <dgm:bulletEnabled val="1"/>
        </dgm:presLayoutVars>
      </dgm:prSet>
      <dgm:spPr/>
    </dgm:pt>
    <dgm:pt modelId="{799D262B-53D7-48BB-8283-4FEA195B7A34}" type="pres">
      <dgm:prSet presAssocID="{E86920C8-FB36-41E5-B445-78265C56DA11}" presName="invisiNode" presStyleLbl="node1" presStyleIdx="3" presStyleCnt="4"/>
      <dgm:spPr/>
    </dgm:pt>
    <dgm:pt modelId="{046D7F98-178D-4260-B2D4-A95F8C498328}" type="pres">
      <dgm:prSet presAssocID="{E86920C8-FB36-41E5-B445-78265C56DA11}" presName="imagNode" presStyleLbl="fgImgPlace1" presStyleIdx="3" presStyleCnt="4"/>
      <dgm:spPr>
        <a:blipFill dpi="0" rotWithShape="1">
          <a:blip xmlns:r="http://schemas.openxmlformats.org/officeDocument/2006/relationships" r:embed="rId4">
            <a:alphaModFix amt="69000"/>
          </a:blip>
          <a:srcRect/>
          <a:stretch>
            <a:fillRect l="12733" t="12733" r="12733" b="12733"/>
          </a:stretch>
        </a:blipFill>
        <a:ln>
          <a:noFill/>
        </a:ln>
      </dgm:spPr>
    </dgm:pt>
  </dgm:ptLst>
  <dgm:cxnLst>
    <dgm:cxn modelId="{6D04480D-1B02-4D6B-8E76-3A60B551F5F9}" type="presOf" srcId="{0D44F69B-63B5-43A1-ABA6-53C5AC07A177}" destId="{5D890403-6124-4C36-9F02-9FCDBC2FF3CC}" srcOrd="1" destOrd="0" presId="urn:microsoft.com/office/officeart/2005/8/layout/hList7"/>
    <dgm:cxn modelId="{A5E93A1C-BA63-42D9-B2B4-9DE022083875}" type="presOf" srcId="{0880C0F7-F75E-4AD5-BC05-D4658F59B38C}" destId="{F7C2693C-0D8F-4117-B495-18882BCFE9D2}" srcOrd="0" destOrd="0" presId="urn:microsoft.com/office/officeart/2005/8/layout/hList7"/>
    <dgm:cxn modelId="{3B33B629-F019-4BC6-9C25-9C091A1BF615}" type="presOf" srcId="{22B15796-37E6-4FF6-92DB-8EFB05C7C7B0}" destId="{63F4E592-38D5-4C8F-AED8-5CF0CA72D109}" srcOrd="0" destOrd="0" presId="urn:microsoft.com/office/officeart/2005/8/layout/hList7"/>
    <dgm:cxn modelId="{ADD3032C-764F-40F9-A756-524B5B973A5B}" type="presOf" srcId="{186BCB4C-ADAD-4FD3-ABFD-FE8953663D12}" destId="{63F4E592-38D5-4C8F-AED8-5CF0CA72D109}" srcOrd="0" destOrd="4" presId="urn:microsoft.com/office/officeart/2005/8/layout/hList7"/>
    <dgm:cxn modelId="{2B86D233-209A-4734-9190-335F26FF3B41}" type="presOf" srcId="{D2646739-F58D-47A0-88F2-AAC4240A5158}" destId="{63F4E592-38D5-4C8F-AED8-5CF0CA72D109}" srcOrd="0" destOrd="3" presId="urn:microsoft.com/office/officeart/2005/8/layout/hList7"/>
    <dgm:cxn modelId="{149E6035-4904-4199-9945-07381AC4CAC9}" type="presOf" srcId="{3D67A203-346F-4BBF-A67D-8168D3D66CF6}" destId="{63F4E592-38D5-4C8F-AED8-5CF0CA72D109}" srcOrd="0" destOrd="2" presId="urn:microsoft.com/office/officeart/2005/8/layout/hList7"/>
    <dgm:cxn modelId="{87E90A63-792A-43CF-9A29-3486490B302C}" type="presOf" srcId="{0880C0F7-F75E-4AD5-BC05-D4658F59B38C}" destId="{F773FB4D-B75A-4491-B266-C26E23B120D0}" srcOrd="1" destOrd="0" presId="urn:microsoft.com/office/officeart/2005/8/layout/hList7"/>
    <dgm:cxn modelId="{16FD3F6E-F38F-4B05-8EA0-2A2971481614}" srcId="{22B15796-37E6-4FF6-92DB-8EFB05C7C7B0}" destId="{3D67A203-346F-4BBF-A67D-8168D3D66CF6}" srcOrd="1" destOrd="0" parTransId="{3D761426-A316-40F0-8AFD-0B9FE6FFF2DE}" sibTransId="{E1C79FD5-A005-4491-B2F9-DFBB0E5FFACC}"/>
    <dgm:cxn modelId="{53AD324F-2A00-41F9-8B48-96D32ACAD2E6}" type="presOf" srcId="{BA72F6F6-347D-4E51-B2B3-4C13B2FE6AC0}" destId="{75F7BD68-58CA-4D4A-A3F4-430E310A08DC}" srcOrd="0" destOrd="0" presId="urn:microsoft.com/office/officeart/2005/8/layout/hList7"/>
    <dgm:cxn modelId="{A6EEC16F-B522-44AD-AC2E-6211F93FE761}" srcId="{22B15796-37E6-4FF6-92DB-8EFB05C7C7B0}" destId="{D2646739-F58D-47A0-88F2-AAC4240A5158}" srcOrd="2" destOrd="0" parTransId="{D800A3D5-C68B-4C36-84C8-E7932A72BD16}" sibTransId="{366DFAB0-C252-4305-BCD9-1BAA2AFFF724}"/>
    <dgm:cxn modelId="{ED888058-BA8A-4E7D-BE37-D4BD193CA21F}" srcId="{6C40EF99-D578-4FCF-8B85-9A7D4FB6B703}" destId="{0880C0F7-F75E-4AD5-BC05-D4658F59B38C}" srcOrd="0" destOrd="0" parTransId="{09328DA5-2F49-40F6-868F-FD16FB0746EF}" sibTransId="{9BE216FA-64F9-458F-AE31-223A67119FD3}"/>
    <dgm:cxn modelId="{E34F3659-E85D-4A81-B4E4-D8FDD75097AA}" type="presOf" srcId="{3D67A203-346F-4BBF-A67D-8168D3D66CF6}" destId="{156A22FD-201D-4564-9084-BE1AE4254008}" srcOrd="1" destOrd="2" presId="urn:microsoft.com/office/officeart/2005/8/layout/hList7"/>
    <dgm:cxn modelId="{5D37347B-55DE-4F4E-ADB8-5EAAC580B429}" type="presOf" srcId="{22B15796-37E6-4FF6-92DB-8EFB05C7C7B0}" destId="{156A22FD-201D-4564-9084-BE1AE4254008}" srcOrd="1" destOrd="0" presId="urn:microsoft.com/office/officeart/2005/8/layout/hList7"/>
    <dgm:cxn modelId="{5E073081-2444-49F3-B903-661CB4EFA6D3}" type="presOf" srcId="{6C40EF99-D578-4FCF-8B85-9A7D4FB6B703}" destId="{E69B8278-0AF1-4669-BB4A-1DF85298ACBF}" srcOrd="0" destOrd="0" presId="urn:microsoft.com/office/officeart/2005/8/layout/hList7"/>
    <dgm:cxn modelId="{2F2D8682-5BAB-4BC6-9B07-C21D0BA8138A}" type="presOf" srcId="{9BE216FA-64F9-458F-AE31-223A67119FD3}" destId="{9DDC68C3-88F1-41FF-A6CC-B1AC5CBBD1B6}" srcOrd="0" destOrd="0" presId="urn:microsoft.com/office/officeart/2005/8/layout/hList7"/>
    <dgm:cxn modelId="{E9E004AB-423D-4906-AA28-2F8677C43A2C}" type="presOf" srcId="{0D44F69B-63B5-43A1-ABA6-53C5AC07A177}" destId="{968AEF01-95A3-4C1A-B619-5144933C3FF6}" srcOrd="0" destOrd="0" presId="urn:microsoft.com/office/officeart/2005/8/layout/hList7"/>
    <dgm:cxn modelId="{AF09C5B5-90F2-429E-B11E-4DEE178D5927}" srcId="{22B15796-37E6-4FF6-92DB-8EFB05C7C7B0}" destId="{186BCB4C-ADAD-4FD3-ABFD-FE8953663D12}" srcOrd="3" destOrd="0" parTransId="{32CA0B75-E452-4234-A19D-9821B8FC8152}" sibTransId="{C0409B34-9644-4F12-9199-03B1F81B069B}"/>
    <dgm:cxn modelId="{0412E0C5-A78F-4985-AD12-4B55D04F9C10}" type="presOf" srcId="{D2646739-F58D-47A0-88F2-AAC4240A5158}" destId="{156A22FD-201D-4564-9084-BE1AE4254008}" srcOrd="1" destOrd="3" presId="urn:microsoft.com/office/officeart/2005/8/layout/hList7"/>
    <dgm:cxn modelId="{E2E078CF-17BE-4BB4-94BC-52DDA1B532FD}" srcId="{6C40EF99-D578-4FCF-8B85-9A7D4FB6B703}" destId="{0D44F69B-63B5-43A1-ABA6-53C5AC07A177}" srcOrd="1" destOrd="0" parTransId="{B1CAEFB6-DD78-4AF6-AFFA-62EB995452BB}" sibTransId="{0A31E56C-41AC-4523-B442-A60DB98894B5}"/>
    <dgm:cxn modelId="{DA0E7CDB-484F-401E-9B20-9FAD9C92B5A1}" type="presOf" srcId="{3D3BFADA-176E-4B0E-80A4-BA3279A1A654}" destId="{156A22FD-201D-4564-9084-BE1AE4254008}" srcOrd="1" destOrd="1" presId="urn:microsoft.com/office/officeart/2005/8/layout/hList7"/>
    <dgm:cxn modelId="{352119E0-F500-43FF-9F36-325ED79E4FF2}" type="presOf" srcId="{186BCB4C-ADAD-4FD3-ABFD-FE8953663D12}" destId="{156A22FD-201D-4564-9084-BE1AE4254008}" srcOrd="1" destOrd="4" presId="urn:microsoft.com/office/officeart/2005/8/layout/hList7"/>
    <dgm:cxn modelId="{7B6811E4-A35A-434A-891C-1A0F1DCEF56D}" type="presOf" srcId="{0A31E56C-41AC-4523-B442-A60DB98894B5}" destId="{7C67E5A5-B700-4CE8-B148-E11F235CC176}" srcOrd="0" destOrd="0" presId="urn:microsoft.com/office/officeart/2005/8/layout/hList7"/>
    <dgm:cxn modelId="{798427E5-2276-44DA-A824-1D2012D1FEAB}" srcId="{6C40EF99-D578-4FCF-8B85-9A7D4FB6B703}" destId="{E86920C8-FB36-41E5-B445-78265C56DA11}" srcOrd="3" destOrd="0" parTransId="{47042FF3-CA72-41C8-BB85-B8D638631190}" sibTransId="{4569EE9D-746E-44BF-8688-0A41103747AF}"/>
    <dgm:cxn modelId="{CDCCB9EE-5798-4CA1-8E38-6EE8A2A7D064}" srcId="{22B15796-37E6-4FF6-92DB-8EFB05C7C7B0}" destId="{3D3BFADA-176E-4B0E-80A4-BA3279A1A654}" srcOrd="0" destOrd="0" parTransId="{39B784BC-606E-4830-B720-CC566DC4A0D4}" sibTransId="{268346F9-82A3-45E2-8796-9F07FF5C9B21}"/>
    <dgm:cxn modelId="{8170ACF0-E079-40F1-8A63-462ABD0B80B6}" type="presOf" srcId="{3D3BFADA-176E-4B0E-80A4-BA3279A1A654}" destId="{63F4E592-38D5-4C8F-AED8-5CF0CA72D109}" srcOrd="0" destOrd="1" presId="urn:microsoft.com/office/officeart/2005/8/layout/hList7"/>
    <dgm:cxn modelId="{A1B13BF7-05CB-4461-B25C-716CCFB06A63}" type="presOf" srcId="{E86920C8-FB36-41E5-B445-78265C56DA11}" destId="{A031C5C6-BF0D-4505-8AF1-ABC799EC8C52}" srcOrd="0" destOrd="0" presId="urn:microsoft.com/office/officeart/2005/8/layout/hList7"/>
    <dgm:cxn modelId="{CC270EFA-34ED-46E1-AD1E-96141D414085}" type="presOf" srcId="{E86920C8-FB36-41E5-B445-78265C56DA11}" destId="{7A895047-9C35-402C-927A-CB78D14A5672}" srcOrd="1" destOrd="0" presId="urn:microsoft.com/office/officeart/2005/8/layout/hList7"/>
    <dgm:cxn modelId="{89DBEEFE-20C8-4130-B841-34678DAAA120}" srcId="{6C40EF99-D578-4FCF-8B85-9A7D4FB6B703}" destId="{22B15796-37E6-4FF6-92DB-8EFB05C7C7B0}" srcOrd="2" destOrd="0" parTransId="{3DA4C570-57F7-4A79-B087-D985CC40F39D}" sibTransId="{BA72F6F6-347D-4E51-B2B3-4C13B2FE6AC0}"/>
    <dgm:cxn modelId="{246BF15E-0493-4A41-94AF-DE1EE41C108E}" type="presParOf" srcId="{E69B8278-0AF1-4669-BB4A-1DF85298ACBF}" destId="{ADAEB092-9BFE-41D7-8526-AFBC777A85F2}" srcOrd="0" destOrd="0" presId="urn:microsoft.com/office/officeart/2005/8/layout/hList7"/>
    <dgm:cxn modelId="{E9087BF7-10EB-48DC-A494-87CF28C5DC53}" type="presParOf" srcId="{E69B8278-0AF1-4669-BB4A-1DF85298ACBF}" destId="{95FB53DD-BFC6-4D2D-B6DE-769D985D56A0}" srcOrd="1" destOrd="0" presId="urn:microsoft.com/office/officeart/2005/8/layout/hList7"/>
    <dgm:cxn modelId="{FCDB0FE9-8561-4ED1-A315-E5B202CCDB2D}" type="presParOf" srcId="{95FB53DD-BFC6-4D2D-B6DE-769D985D56A0}" destId="{0E977710-BAB0-42D8-934A-562AA8ED5C0B}" srcOrd="0" destOrd="0" presId="urn:microsoft.com/office/officeart/2005/8/layout/hList7"/>
    <dgm:cxn modelId="{0D2E85D9-0BD5-4B47-A19B-9C07CA52A2EC}" type="presParOf" srcId="{0E977710-BAB0-42D8-934A-562AA8ED5C0B}" destId="{F7C2693C-0D8F-4117-B495-18882BCFE9D2}" srcOrd="0" destOrd="0" presId="urn:microsoft.com/office/officeart/2005/8/layout/hList7"/>
    <dgm:cxn modelId="{F1A409A6-91B3-4BE4-A6C0-E38EA10C1537}" type="presParOf" srcId="{0E977710-BAB0-42D8-934A-562AA8ED5C0B}" destId="{F773FB4D-B75A-4491-B266-C26E23B120D0}" srcOrd="1" destOrd="0" presId="urn:microsoft.com/office/officeart/2005/8/layout/hList7"/>
    <dgm:cxn modelId="{32C33FF5-9DDD-433C-85B0-789BE9C9652B}" type="presParOf" srcId="{0E977710-BAB0-42D8-934A-562AA8ED5C0B}" destId="{41A081B9-C199-47B8-A42F-7F8497642554}" srcOrd="2" destOrd="0" presId="urn:microsoft.com/office/officeart/2005/8/layout/hList7"/>
    <dgm:cxn modelId="{EC9D154E-6739-49F7-9C41-DA31C34F8A9B}" type="presParOf" srcId="{0E977710-BAB0-42D8-934A-562AA8ED5C0B}" destId="{0A0B6CE2-D3CD-4D6E-AB5D-0E29CB663556}" srcOrd="3" destOrd="0" presId="urn:microsoft.com/office/officeart/2005/8/layout/hList7"/>
    <dgm:cxn modelId="{1FFA12B4-2390-4363-9357-8D97C4778CD6}" type="presParOf" srcId="{95FB53DD-BFC6-4D2D-B6DE-769D985D56A0}" destId="{9DDC68C3-88F1-41FF-A6CC-B1AC5CBBD1B6}" srcOrd="1" destOrd="0" presId="urn:microsoft.com/office/officeart/2005/8/layout/hList7"/>
    <dgm:cxn modelId="{FC5F50E8-F88B-44FB-AEDE-C38B405F2524}" type="presParOf" srcId="{95FB53DD-BFC6-4D2D-B6DE-769D985D56A0}" destId="{C2CB8551-C543-4BA4-9E49-BEBB42056B57}" srcOrd="2" destOrd="0" presId="urn:microsoft.com/office/officeart/2005/8/layout/hList7"/>
    <dgm:cxn modelId="{03A0316F-9D33-4B05-935D-7D812128B084}" type="presParOf" srcId="{C2CB8551-C543-4BA4-9E49-BEBB42056B57}" destId="{968AEF01-95A3-4C1A-B619-5144933C3FF6}" srcOrd="0" destOrd="0" presId="urn:microsoft.com/office/officeart/2005/8/layout/hList7"/>
    <dgm:cxn modelId="{1F607186-181E-4BE9-82B9-502E566AB1D7}" type="presParOf" srcId="{C2CB8551-C543-4BA4-9E49-BEBB42056B57}" destId="{5D890403-6124-4C36-9F02-9FCDBC2FF3CC}" srcOrd="1" destOrd="0" presId="urn:microsoft.com/office/officeart/2005/8/layout/hList7"/>
    <dgm:cxn modelId="{CF7A9427-1C7D-4111-923C-ACD6856105E6}" type="presParOf" srcId="{C2CB8551-C543-4BA4-9E49-BEBB42056B57}" destId="{A3F0B6AB-B456-47BD-9B4D-038AD755ED35}" srcOrd="2" destOrd="0" presId="urn:microsoft.com/office/officeart/2005/8/layout/hList7"/>
    <dgm:cxn modelId="{F8323F4B-5CB2-4806-B0CC-7BA5A760630B}" type="presParOf" srcId="{C2CB8551-C543-4BA4-9E49-BEBB42056B57}" destId="{95C2496B-97D2-4078-815B-EE52B92D8B2A}" srcOrd="3" destOrd="0" presId="urn:microsoft.com/office/officeart/2005/8/layout/hList7"/>
    <dgm:cxn modelId="{AC21B567-63A3-41E0-88B3-70F5EADC93FD}" type="presParOf" srcId="{95FB53DD-BFC6-4D2D-B6DE-769D985D56A0}" destId="{7C67E5A5-B700-4CE8-B148-E11F235CC176}" srcOrd="3" destOrd="0" presId="urn:microsoft.com/office/officeart/2005/8/layout/hList7"/>
    <dgm:cxn modelId="{E42372F3-615A-4789-9ED5-4F72FE063252}" type="presParOf" srcId="{95FB53DD-BFC6-4D2D-B6DE-769D985D56A0}" destId="{78E9F0A1-C5B2-4D6E-8CBB-D3567DB11411}" srcOrd="4" destOrd="0" presId="urn:microsoft.com/office/officeart/2005/8/layout/hList7"/>
    <dgm:cxn modelId="{8491E480-7C43-44DE-ACE9-00D23C9D8F04}" type="presParOf" srcId="{78E9F0A1-C5B2-4D6E-8CBB-D3567DB11411}" destId="{63F4E592-38D5-4C8F-AED8-5CF0CA72D109}" srcOrd="0" destOrd="0" presId="urn:microsoft.com/office/officeart/2005/8/layout/hList7"/>
    <dgm:cxn modelId="{90C735DF-4311-4299-B912-17F27EF59D95}" type="presParOf" srcId="{78E9F0A1-C5B2-4D6E-8CBB-D3567DB11411}" destId="{156A22FD-201D-4564-9084-BE1AE4254008}" srcOrd="1" destOrd="0" presId="urn:microsoft.com/office/officeart/2005/8/layout/hList7"/>
    <dgm:cxn modelId="{3F80B083-583E-44C0-A665-94577FD55B1E}" type="presParOf" srcId="{78E9F0A1-C5B2-4D6E-8CBB-D3567DB11411}" destId="{7A16FA9C-05EF-485E-AC69-BB8022A8C290}" srcOrd="2" destOrd="0" presId="urn:microsoft.com/office/officeart/2005/8/layout/hList7"/>
    <dgm:cxn modelId="{996501DC-0BE7-4C4C-A763-2F847A306821}" type="presParOf" srcId="{78E9F0A1-C5B2-4D6E-8CBB-D3567DB11411}" destId="{076F02B4-4F13-4D06-BEE0-F80554198C9E}" srcOrd="3" destOrd="0" presId="urn:microsoft.com/office/officeart/2005/8/layout/hList7"/>
    <dgm:cxn modelId="{08A7EAD8-1300-438D-83B6-2832B355C672}" type="presParOf" srcId="{95FB53DD-BFC6-4D2D-B6DE-769D985D56A0}" destId="{75F7BD68-58CA-4D4A-A3F4-430E310A08DC}" srcOrd="5" destOrd="0" presId="urn:microsoft.com/office/officeart/2005/8/layout/hList7"/>
    <dgm:cxn modelId="{991684E2-FC49-4211-B9C7-FA3C18B782DC}" type="presParOf" srcId="{95FB53DD-BFC6-4D2D-B6DE-769D985D56A0}" destId="{9A73B1B8-5088-4A1D-B397-522845422FC3}" srcOrd="6" destOrd="0" presId="urn:microsoft.com/office/officeart/2005/8/layout/hList7"/>
    <dgm:cxn modelId="{3BA7420A-3A49-4AD1-AA8A-77362B53C5A2}" type="presParOf" srcId="{9A73B1B8-5088-4A1D-B397-522845422FC3}" destId="{A031C5C6-BF0D-4505-8AF1-ABC799EC8C52}" srcOrd="0" destOrd="0" presId="urn:microsoft.com/office/officeart/2005/8/layout/hList7"/>
    <dgm:cxn modelId="{22D66625-3AFE-413D-A483-6670942BB7FD}" type="presParOf" srcId="{9A73B1B8-5088-4A1D-B397-522845422FC3}" destId="{7A895047-9C35-402C-927A-CB78D14A5672}" srcOrd="1" destOrd="0" presId="urn:microsoft.com/office/officeart/2005/8/layout/hList7"/>
    <dgm:cxn modelId="{DE2EE24C-E341-45F0-99F9-3BCDCBF931C4}" type="presParOf" srcId="{9A73B1B8-5088-4A1D-B397-522845422FC3}" destId="{799D262B-53D7-48BB-8283-4FEA195B7A34}" srcOrd="2" destOrd="0" presId="urn:microsoft.com/office/officeart/2005/8/layout/hList7"/>
    <dgm:cxn modelId="{D1EA4D3F-5A1B-461D-9FB8-3534E57C71BE}" type="presParOf" srcId="{9A73B1B8-5088-4A1D-B397-522845422FC3}" destId="{046D7F98-178D-4260-B2D4-A95F8C498328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B16A0AA-6B95-4E60-8444-6A42819CA7BE}" type="doc">
      <dgm:prSet loTypeId="urn:diagrams.loki3.com/VaryingWidthList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342E7C4-F841-453E-A62D-1AD76B11CC7D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IN" dirty="0"/>
            <a:t>Data Preparation &amp; Exploration</a:t>
          </a:r>
        </a:p>
      </dgm:t>
    </dgm:pt>
    <dgm:pt modelId="{BDEB457D-4775-4883-B59F-E544E306FF62}" type="parTrans" cxnId="{DFA39941-B7A1-40BC-BA56-FEBA1BF3167D}">
      <dgm:prSet/>
      <dgm:spPr/>
      <dgm:t>
        <a:bodyPr/>
        <a:lstStyle/>
        <a:p>
          <a:endParaRPr lang="en-IN"/>
        </a:p>
      </dgm:t>
    </dgm:pt>
    <dgm:pt modelId="{FA7D5D7D-5985-43C3-A733-7911430B6428}" type="sibTrans" cxnId="{DFA39941-B7A1-40BC-BA56-FEBA1BF3167D}">
      <dgm:prSet/>
      <dgm:spPr/>
      <dgm:t>
        <a:bodyPr/>
        <a:lstStyle/>
        <a:p>
          <a:endParaRPr lang="en-IN"/>
        </a:p>
      </dgm:t>
    </dgm:pt>
    <dgm:pt modelId="{ADCB52CB-88B4-4AE7-9E83-A47E8693088A}" type="pres">
      <dgm:prSet presAssocID="{FB16A0AA-6B95-4E60-8444-6A42819CA7BE}" presName="Name0" presStyleCnt="0">
        <dgm:presLayoutVars>
          <dgm:resizeHandles/>
        </dgm:presLayoutVars>
      </dgm:prSet>
      <dgm:spPr/>
    </dgm:pt>
    <dgm:pt modelId="{021C5587-9498-4020-850C-BA7258EE7200}" type="pres">
      <dgm:prSet presAssocID="{C342E7C4-F841-453E-A62D-1AD76B11CC7D}" presName="text" presStyleLbl="node1" presStyleIdx="0" presStyleCnt="1">
        <dgm:presLayoutVars>
          <dgm:bulletEnabled val="1"/>
        </dgm:presLayoutVars>
      </dgm:prSet>
      <dgm:spPr/>
    </dgm:pt>
  </dgm:ptLst>
  <dgm:cxnLst>
    <dgm:cxn modelId="{DFA39941-B7A1-40BC-BA56-FEBA1BF3167D}" srcId="{FB16A0AA-6B95-4E60-8444-6A42819CA7BE}" destId="{C342E7C4-F841-453E-A62D-1AD76B11CC7D}" srcOrd="0" destOrd="0" parTransId="{BDEB457D-4775-4883-B59F-E544E306FF62}" sibTransId="{FA7D5D7D-5985-43C3-A733-7911430B6428}"/>
    <dgm:cxn modelId="{AC7E21B6-7E18-4CD6-976D-C21EE26C2743}" type="presOf" srcId="{C342E7C4-F841-453E-A62D-1AD76B11CC7D}" destId="{021C5587-9498-4020-850C-BA7258EE7200}" srcOrd="0" destOrd="0" presId="urn:diagrams.loki3.com/VaryingWidthList"/>
    <dgm:cxn modelId="{43D231D6-C372-415B-8D3B-CBDCBD3C0472}" type="presOf" srcId="{FB16A0AA-6B95-4E60-8444-6A42819CA7BE}" destId="{ADCB52CB-88B4-4AE7-9E83-A47E8693088A}" srcOrd="0" destOrd="0" presId="urn:diagrams.loki3.com/VaryingWidthList"/>
    <dgm:cxn modelId="{B1B527B6-72DF-4ABE-A32C-02A7A88F0806}" type="presParOf" srcId="{ADCB52CB-88B4-4AE7-9E83-A47E8693088A}" destId="{021C5587-9498-4020-850C-BA7258EE7200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2BA700B-AF16-44A3-9AE2-B47AA3ACB24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0CACA1F-653F-44B3-B8F4-92D6CA993B22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US" sz="3200" b="1" dirty="0"/>
            <a:t>Data Cleaning Steps</a:t>
          </a:r>
          <a:endParaRPr lang="en-IN" sz="3200" dirty="0"/>
        </a:p>
      </dgm:t>
    </dgm:pt>
    <dgm:pt modelId="{33A2AEAF-F8D5-4392-ACBB-7A195AAFA171}" type="parTrans" cxnId="{0041896E-A135-469D-9FE7-41D622EE04BA}">
      <dgm:prSet/>
      <dgm:spPr/>
      <dgm:t>
        <a:bodyPr/>
        <a:lstStyle/>
        <a:p>
          <a:endParaRPr lang="en-IN"/>
        </a:p>
      </dgm:t>
    </dgm:pt>
    <dgm:pt modelId="{E817BC83-DB42-4BCA-B686-BAFC145D6E07}" type="sibTrans" cxnId="{0041896E-A135-469D-9FE7-41D622EE04BA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endParaRPr lang="en-IN"/>
        </a:p>
      </dgm:t>
    </dgm:pt>
    <dgm:pt modelId="{5B6BEB18-C7ED-4021-9F51-9018F020DD32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pPr>
            <a:buFont typeface="+mj-lt"/>
            <a:buAutoNum type="arabicPeriod"/>
          </a:pPr>
          <a:r>
            <a:rPr lang="en-US" sz="2800" dirty="0"/>
            <a:t> Converted </a:t>
          </a:r>
          <a:r>
            <a:rPr lang="en-US" sz="2800" b="1" dirty="0"/>
            <a:t>date formats</a:t>
          </a:r>
          <a:endParaRPr lang="en-IN" sz="2800" b="1" dirty="0"/>
        </a:p>
      </dgm:t>
    </dgm:pt>
    <dgm:pt modelId="{7A0867CD-D460-4AE8-81CA-5AFA4F82229D}" type="parTrans" cxnId="{6F1D3C81-79A1-45E0-BC12-A76B430EC60B}">
      <dgm:prSet/>
      <dgm:spPr/>
      <dgm:t>
        <a:bodyPr/>
        <a:lstStyle/>
        <a:p>
          <a:endParaRPr lang="en-IN"/>
        </a:p>
      </dgm:t>
    </dgm:pt>
    <dgm:pt modelId="{8D9F0C97-E6AD-42FE-90DC-7375AB63D013}" type="sibTrans" cxnId="{6F1D3C81-79A1-45E0-BC12-A76B430EC60B}">
      <dgm:prSet/>
      <dgm:spPr/>
      <dgm:t>
        <a:bodyPr/>
        <a:lstStyle/>
        <a:p>
          <a:endParaRPr lang="en-IN"/>
        </a:p>
      </dgm:t>
    </dgm:pt>
    <dgm:pt modelId="{EDA6A847-7A9F-485C-A8CE-A0D21D1A2B44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US" sz="3200" b="1" dirty="0"/>
            <a:t>Exploratory Analysis</a:t>
          </a:r>
          <a:r>
            <a:rPr lang="en-US" sz="2800" dirty="0"/>
            <a:t>:</a:t>
          </a:r>
          <a:endParaRPr lang="en-IN" sz="2800" dirty="0"/>
        </a:p>
      </dgm:t>
    </dgm:pt>
    <dgm:pt modelId="{8E0B2C6A-BF0A-4648-AA83-A07712A2A4E7}" type="parTrans" cxnId="{6A752456-2991-4E5A-809F-2588CC7DDDE3}">
      <dgm:prSet/>
      <dgm:spPr/>
      <dgm:t>
        <a:bodyPr/>
        <a:lstStyle/>
        <a:p>
          <a:endParaRPr lang="en-IN"/>
        </a:p>
      </dgm:t>
    </dgm:pt>
    <dgm:pt modelId="{E42F49E7-2FDA-4BD8-8BAA-C4FF75763E99}" type="sibTrans" cxnId="{6A752456-2991-4E5A-809F-2588CC7DDDE3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endParaRPr lang="en-IN"/>
        </a:p>
      </dgm:t>
    </dgm:pt>
    <dgm:pt modelId="{0D0549A2-2B5C-4217-B8B1-D0E433DD513D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pPr>
            <a:buFont typeface="+mj-lt"/>
            <a:buAutoNum type="arabicPeriod"/>
          </a:pPr>
          <a:r>
            <a:rPr lang="en-US" sz="2800" dirty="0"/>
            <a:t> Removed </a:t>
          </a:r>
          <a:r>
            <a:rPr lang="en-US" sz="2800" b="1" dirty="0"/>
            <a:t>duplicate records</a:t>
          </a:r>
          <a:endParaRPr lang="en-IN" sz="2800" b="1" dirty="0"/>
        </a:p>
      </dgm:t>
    </dgm:pt>
    <dgm:pt modelId="{B6A47C06-2F01-4819-AE01-7ACF62F6951A}" type="parTrans" cxnId="{469A01D7-621F-4777-97E0-780E015B5093}">
      <dgm:prSet/>
      <dgm:spPr/>
      <dgm:t>
        <a:bodyPr/>
        <a:lstStyle/>
        <a:p>
          <a:endParaRPr lang="en-IN"/>
        </a:p>
      </dgm:t>
    </dgm:pt>
    <dgm:pt modelId="{E1783059-4D0D-43E8-A359-4DE925384713}" type="sibTrans" cxnId="{469A01D7-621F-4777-97E0-780E015B5093}">
      <dgm:prSet/>
      <dgm:spPr/>
      <dgm:t>
        <a:bodyPr/>
        <a:lstStyle/>
        <a:p>
          <a:endParaRPr lang="en-IN"/>
        </a:p>
      </dgm:t>
    </dgm:pt>
    <dgm:pt modelId="{39E8F309-3D84-484D-89B7-E84C46082A33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pPr>
            <a:buFont typeface="+mj-lt"/>
            <a:buAutoNum type="arabicPeriod"/>
          </a:pPr>
          <a:r>
            <a:rPr lang="en-US" sz="2800" dirty="0"/>
            <a:t> Aligned all stocks using </a:t>
          </a:r>
          <a:r>
            <a:rPr lang="en-US" sz="2800" b="1" dirty="0"/>
            <a:t>Date</a:t>
          </a:r>
          <a:endParaRPr lang="en-IN" sz="2800" dirty="0"/>
        </a:p>
      </dgm:t>
    </dgm:pt>
    <dgm:pt modelId="{3843C54E-317E-4EB7-9BE4-8F619F7B54F1}" type="parTrans" cxnId="{8E244584-6B93-482D-BB9D-0525E09A915C}">
      <dgm:prSet/>
      <dgm:spPr/>
      <dgm:t>
        <a:bodyPr/>
        <a:lstStyle/>
        <a:p>
          <a:endParaRPr lang="en-IN"/>
        </a:p>
      </dgm:t>
    </dgm:pt>
    <dgm:pt modelId="{A9562307-6B22-405B-B070-E842EF687B24}" type="sibTrans" cxnId="{8E244584-6B93-482D-BB9D-0525E09A915C}">
      <dgm:prSet/>
      <dgm:spPr/>
      <dgm:t>
        <a:bodyPr/>
        <a:lstStyle/>
        <a:p>
          <a:endParaRPr lang="en-IN"/>
        </a:p>
      </dgm:t>
    </dgm:pt>
    <dgm:pt modelId="{2CAD33D0-B401-448C-8E1F-6820C5D4631C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pPr>
            <a:buFont typeface="+mj-lt"/>
            <a:buAutoNum type="arabicPeriod"/>
          </a:pPr>
          <a:r>
            <a:rPr lang="en-US" sz="2800" dirty="0"/>
            <a:t> Merged datasets into a </a:t>
          </a:r>
          <a:r>
            <a:rPr lang="en-US" sz="2800" b="1" dirty="0"/>
            <a:t>unified time-series dataframe</a:t>
          </a:r>
          <a:endParaRPr lang="en-IN" sz="2800" b="1" dirty="0"/>
        </a:p>
      </dgm:t>
    </dgm:pt>
    <dgm:pt modelId="{DF2D92CD-76F9-4450-827D-4FDA9C86133C}" type="parTrans" cxnId="{0709F318-96FF-4724-B3AA-DCF7B9298959}">
      <dgm:prSet/>
      <dgm:spPr/>
      <dgm:t>
        <a:bodyPr/>
        <a:lstStyle/>
        <a:p>
          <a:endParaRPr lang="en-IN"/>
        </a:p>
      </dgm:t>
    </dgm:pt>
    <dgm:pt modelId="{B1E46067-5EC1-4051-AC98-B4610120D2D6}" type="sibTrans" cxnId="{0709F318-96FF-4724-B3AA-DCF7B9298959}">
      <dgm:prSet/>
      <dgm:spPr/>
      <dgm:t>
        <a:bodyPr/>
        <a:lstStyle/>
        <a:p>
          <a:endParaRPr lang="en-IN"/>
        </a:p>
      </dgm:t>
    </dgm:pt>
    <dgm:pt modelId="{6B268EFE-D03E-40AC-9F8F-62FDB9CC0F5E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pPr>
            <a:buFont typeface="+mj-lt"/>
            <a:buAutoNum type="arabicPeriod"/>
          </a:pPr>
          <a:r>
            <a:rPr lang="en-US" sz="3200" dirty="0"/>
            <a:t> Daily returns</a:t>
          </a:r>
          <a:endParaRPr lang="en-IN" sz="3200" dirty="0"/>
        </a:p>
      </dgm:t>
    </dgm:pt>
    <dgm:pt modelId="{7575647A-80E8-4416-BA9C-964C174D6998}" type="parTrans" cxnId="{E41ADABF-650D-430B-A5FD-8E675DE4ABCB}">
      <dgm:prSet/>
      <dgm:spPr/>
      <dgm:t>
        <a:bodyPr/>
        <a:lstStyle/>
        <a:p>
          <a:endParaRPr lang="en-IN"/>
        </a:p>
      </dgm:t>
    </dgm:pt>
    <dgm:pt modelId="{09FDA778-732D-4CA2-9853-2FF3D6C7746E}" type="sibTrans" cxnId="{E41ADABF-650D-430B-A5FD-8E675DE4ABCB}">
      <dgm:prSet/>
      <dgm:spPr/>
      <dgm:t>
        <a:bodyPr/>
        <a:lstStyle/>
        <a:p>
          <a:endParaRPr lang="en-IN"/>
        </a:p>
      </dgm:t>
    </dgm:pt>
    <dgm:pt modelId="{33533A2A-8BAE-497D-88A4-F33AF5B1015B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pPr>
            <a:buFont typeface="+mj-lt"/>
            <a:buAutoNum type="arabicPeriod"/>
          </a:pPr>
          <a:r>
            <a:rPr lang="en-US" sz="3200" dirty="0"/>
            <a:t> Annual returns</a:t>
          </a:r>
          <a:endParaRPr lang="en-IN" sz="3200" dirty="0"/>
        </a:p>
      </dgm:t>
    </dgm:pt>
    <dgm:pt modelId="{8BD114B2-1150-48D8-8256-53AF82EF2FA7}" type="parTrans" cxnId="{A5007456-033E-44AD-A32B-3FC04DFB30AE}">
      <dgm:prSet/>
      <dgm:spPr/>
      <dgm:t>
        <a:bodyPr/>
        <a:lstStyle/>
        <a:p>
          <a:endParaRPr lang="en-IN"/>
        </a:p>
      </dgm:t>
    </dgm:pt>
    <dgm:pt modelId="{D82FA1D3-7393-46F3-92CB-EFAFEF153C2F}" type="sibTrans" cxnId="{A5007456-033E-44AD-A32B-3FC04DFB30AE}">
      <dgm:prSet/>
      <dgm:spPr/>
      <dgm:t>
        <a:bodyPr/>
        <a:lstStyle/>
        <a:p>
          <a:endParaRPr lang="en-IN"/>
        </a:p>
      </dgm:t>
    </dgm:pt>
    <dgm:pt modelId="{3EB09EAD-0B39-4089-86D8-869085B5605C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pPr>
            <a:buFont typeface="+mj-lt"/>
            <a:buAutoNum type="arabicPeriod"/>
          </a:pPr>
          <a:r>
            <a:rPr lang="en-US" sz="3200" dirty="0"/>
            <a:t> Volatility (risk)</a:t>
          </a:r>
          <a:endParaRPr lang="en-IN" sz="3200" dirty="0"/>
        </a:p>
      </dgm:t>
    </dgm:pt>
    <dgm:pt modelId="{AC6FF42C-E962-4EF8-AD75-4B3E4EB765C6}" type="parTrans" cxnId="{F9D3DF96-F159-410F-B418-84889EEAF3D7}">
      <dgm:prSet/>
      <dgm:spPr/>
      <dgm:t>
        <a:bodyPr/>
        <a:lstStyle/>
        <a:p>
          <a:endParaRPr lang="en-IN"/>
        </a:p>
      </dgm:t>
    </dgm:pt>
    <dgm:pt modelId="{2D7A3F46-CCD3-49E6-8ACD-3ADD2A9FE705}" type="sibTrans" cxnId="{F9D3DF96-F159-410F-B418-84889EEAF3D7}">
      <dgm:prSet/>
      <dgm:spPr/>
      <dgm:t>
        <a:bodyPr/>
        <a:lstStyle/>
        <a:p>
          <a:endParaRPr lang="en-IN"/>
        </a:p>
      </dgm:t>
    </dgm:pt>
    <dgm:pt modelId="{C32C56D1-38B5-4F30-B1C3-3BE6B0C882CE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pPr>
            <a:buFont typeface="+mj-lt"/>
            <a:buAutoNum type="arabicPeriod"/>
          </a:pPr>
          <a:r>
            <a:rPr lang="en-US" sz="3200" dirty="0"/>
            <a:t> Sharpe ratio</a:t>
          </a:r>
          <a:endParaRPr lang="en-IN" sz="3200" dirty="0"/>
        </a:p>
      </dgm:t>
    </dgm:pt>
    <dgm:pt modelId="{490659F3-84A0-4DA3-9E0D-A111099082A6}" type="parTrans" cxnId="{5F62E0F7-79E8-45DB-B1A1-D4883632FD80}">
      <dgm:prSet/>
      <dgm:spPr/>
      <dgm:t>
        <a:bodyPr/>
        <a:lstStyle/>
        <a:p>
          <a:endParaRPr lang="en-IN"/>
        </a:p>
      </dgm:t>
    </dgm:pt>
    <dgm:pt modelId="{EB042B41-0649-40F0-9F5A-2385CB32C54B}" type="sibTrans" cxnId="{5F62E0F7-79E8-45DB-B1A1-D4883632FD80}">
      <dgm:prSet/>
      <dgm:spPr/>
      <dgm:t>
        <a:bodyPr/>
        <a:lstStyle/>
        <a:p>
          <a:endParaRPr lang="en-IN"/>
        </a:p>
      </dgm:t>
    </dgm:pt>
    <dgm:pt modelId="{4DAD7640-890F-480E-BA0E-CC15EAF71C43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pPr>
            <a:buFont typeface="+mj-lt"/>
            <a:buAutoNum type="arabicPeriod"/>
          </a:pPr>
          <a:r>
            <a:rPr lang="en-US" sz="3200" dirty="0"/>
            <a:t> Correlation analysis</a:t>
          </a:r>
          <a:endParaRPr lang="en-IN" sz="3200" dirty="0"/>
        </a:p>
      </dgm:t>
    </dgm:pt>
    <dgm:pt modelId="{A538BCAD-8135-461E-8319-CC89B923805C}" type="parTrans" cxnId="{1DA36667-7B95-4097-9C23-C32E233E0098}">
      <dgm:prSet/>
      <dgm:spPr/>
      <dgm:t>
        <a:bodyPr/>
        <a:lstStyle/>
        <a:p>
          <a:endParaRPr lang="en-IN"/>
        </a:p>
      </dgm:t>
    </dgm:pt>
    <dgm:pt modelId="{C1FBF5EE-D22B-4D94-98C3-EF0D6326446C}" type="sibTrans" cxnId="{1DA36667-7B95-4097-9C23-C32E233E0098}">
      <dgm:prSet/>
      <dgm:spPr/>
      <dgm:t>
        <a:bodyPr/>
        <a:lstStyle/>
        <a:p>
          <a:endParaRPr lang="en-IN"/>
        </a:p>
      </dgm:t>
    </dgm:pt>
    <dgm:pt modelId="{8C1B17A3-3B7C-4114-8309-9AF7CFAB28F1}" type="pres">
      <dgm:prSet presAssocID="{A2BA700B-AF16-44A3-9AE2-B47AA3ACB240}" presName="Name0" presStyleCnt="0">
        <dgm:presLayoutVars>
          <dgm:dir/>
          <dgm:resizeHandles val="exact"/>
        </dgm:presLayoutVars>
      </dgm:prSet>
      <dgm:spPr/>
    </dgm:pt>
    <dgm:pt modelId="{A2139E21-0388-420D-8201-FC3D7C1A5A28}" type="pres">
      <dgm:prSet presAssocID="{E0CACA1F-653F-44B3-B8F4-92D6CA993B22}" presName="parAndChTx" presStyleLbl="node1" presStyleIdx="0" presStyleCnt="2">
        <dgm:presLayoutVars>
          <dgm:bulletEnabled val="1"/>
        </dgm:presLayoutVars>
      </dgm:prSet>
      <dgm:spPr/>
    </dgm:pt>
    <dgm:pt modelId="{BCE4A8E5-1D68-4FAD-94CC-15B6D093194F}" type="pres">
      <dgm:prSet presAssocID="{E817BC83-DB42-4BCA-B686-BAFC145D6E07}" presName="parAndChSpace" presStyleCnt="0"/>
      <dgm:spPr/>
    </dgm:pt>
    <dgm:pt modelId="{8DF81625-AB8C-42C0-A7AA-A612B5EFB9D5}" type="pres">
      <dgm:prSet presAssocID="{EDA6A847-7A9F-485C-A8CE-A0D21D1A2B44}" presName="parAndChTx" presStyleLbl="node1" presStyleIdx="1" presStyleCnt="2">
        <dgm:presLayoutVars>
          <dgm:bulletEnabled val="1"/>
        </dgm:presLayoutVars>
      </dgm:prSet>
      <dgm:spPr/>
    </dgm:pt>
  </dgm:ptLst>
  <dgm:cxnLst>
    <dgm:cxn modelId="{A84B1507-2241-45AA-ADB6-F5E5DD5B79F0}" type="presOf" srcId="{0D0549A2-2B5C-4217-B8B1-D0E433DD513D}" destId="{A2139E21-0388-420D-8201-FC3D7C1A5A28}" srcOrd="0" destOrd="2" presId="urn:microsoft.com/office/officeart/2005/8/layout/hChevron3"/>
    <dgm:cxn modelId="{B7DCA015-C1B0-4266-8C4F-93BF27611C14}" type="presOf" srcId="{A2BA700B-AF16-44A3-9AE2-B47AA3ACB240}" destId="{8C1B17A3-3B7C-4114-8309-9AF7CFAB28F1}" srcOrd="0" destOrd="0" presId="urn:microsoft.com/office/officeart/2005/8/layout/hChevron3"/>
    <dgm:cxn modelId="{0709F318-96FF-4724-B3AA-DCF7B9298959}" srcId="{E0CACA1F-653F-44B3-B8F4-92D6CA993B22}" destId="{2CAD33D0-B401-448C-8E1F-6820C5D4631C}" srcOrd="3" destOrd="0" parTransId="{DF2D92CD-76F9-4450-827D-4FDA9C86133C}" sibTransId="{B1E46067-5EC1-4051-AC98-B4610120D2D6}"/>
    <dgm:cxn modelId="{F884FA2E-B0AB-42BE-8164-F27BD250E582}" type="presOf" srcId="{EDA6A847-7A9F-485C-A8CE-A0D21D1A2B44}" destId="{8DF81625-AB8C-42C0-A7AA-A612B5EFB9D5}" srcOrd="0" destOrd="0" presId="urn:microsoft.com/office/officeart/2005/8/layout/hChevron3"/>
    <dgm:cxn modelId="{E2401A38-AEAF-49AE-B238-0D5661F01809}" type="presOf" srcId="{4DAD7640-890F-480E-BA0E-CC15EAF71C43}" destId="{8DF81625-AB8C-42C0-A7AA-A612B5EFB9D5}" srcOrd="0" destOrd="5" presId="urn:microsoft.com/office/officeart/2005/8/layout/hChevron3"/>
    <dgm:cxn modelId="{1DA36667-7B95-4097-9C23-C32E233E0098}" srcId="{EDA6A847-7A9F-485C-A8CE-A0D21D1A2B44}" destId="{4DAD7640-890F-480E-BA0E-CC15EAF71C43}" srcOrd="4" destOrd="0" parTransId="{A538BCAD-8135-461E-8319-CC89B923805C}" sibTransId="{C1FBF5EE-D22B-4D94-98C3-EF0D6326446C}"/>
    <dgm:cxn modelId="{3DD1754B-B782-4A0B-93EB-0FD0B334EF05}" type="presOf" srcId="{2CAD33D0-B401-448C-8E1F-6820C5D4631C}" destId="{A2139E21-0388-420D-8201-FC3D7C1A5A28}" srcOrd="0" destOrd="4" presId="urn:microsoft.com/office/officeart/2005/8/layout/hChevron3"/>
    <dgm:cxn modelId="{19856B4C-0DA7-4138-AF15-F4A58B9AAAFA}" type="presOf" srcId="{3EB09EAD-0B39-4089-86D8-869085B5605C}" destId="{8DF81625-AB8C-42C0-A7AA-A612B5EFB9D5}" srcOrd="0" destOrd="3" presId="urn:microsoft.com/office/officeart/2005/8/layout/hChevron3"/>
    <dgm:cxn modelId="{0041896E-A135-469D-9FE7-41D622EE04BA}" srcId="{A2BA700B-AF16-44A3-9AE2-B47AA3ACB240}" destId="{E0CACA1F-653F-44B3-B8F4-92D6CA993B22}" srcOrd="0" destOrd="0" parTransId="{33A2AEAF-F8D5-4392-ACBB-7A195AAFA171}" sibTransId="{E817BC83-DB42-4BCA-B686-BAFC145D6E07}"/>
    <dgm:cxn modelId="{6A752456-2991-4E5A-809F-2588CC7DDDE3}" srcId="{A2BA700B-AF16-44A3-9AE2-B47AA3ACB240}" destId="{EDA6A847-7A9F-485C-A8CE-A0D21D1A2B44}" srcOrd="1" destOrd="0" parTransId="{8E0B2C6A-BF0A-4648-AA83-A07712A2A4E7}" sibTransId="{E42F49E7-2FDA-4BD8-8BAA-C4FF75763E99}"/>
    <dgm:cxn modelId="{A5007456-033E-44AD-A32B-3FC04DFB30AE}" srcId="{EDA6A847-7A9F-485C-A8CE-A0D21D1A2B44}" destId="{33533A2A-8BAE-497D-88A4-F33AF5B1015B}" srcOrd="1" destOrd="0" parTransId="{8BD114B2-1150-48D8-8256-53AF82EF2FA7}" sibTransId="{D82FA1D3-7393-46F3-92CB-EFAFEF153C2F}"/>
    <dgm:cxn modelId="{5EC0A37C-7180-43E5-8249-C89A5829BC8D}" type="presOf" srcId="{33533A2A-8BAE-497D-88A4-F33AF5B1015B}" destId="{8DF81625-AB8C-42C0-A7AA-A612B5EFB9D5}" srcOrd="0" destOrd="2" presId="urn:microsoft.com/office/officeart/2005/8/layout/hChevron3"/>
    <dgm:cxn modelId="{369D0980-7463-4CDB-ACDB-ABD1829158E6}" type="presOf" srcId="{5B6BEB18-C7ED-4021-9F51-9018F020DD32}" destId="{A2139E21-0388-420D-8201-FC3D7C1A5A28}" srcOrd="0" destOrd="1" presId="urn:microsoft.com/office/officeart/2005/8/layout/hChevron3"/>
    <dgm:cxn modelId="{6F1D3C81-79A1-45E0-BC12-A76B430EC60B}" srcId="{E0CACA1F-653F-44B3-B8F4-92D6CA993B22}" destId="{5B6BEB18-C7ED-4021-9F51-9018F020DD32}" srcOrd="0" destOrd="0" parTransId="{7A0867CD-D460-4AE8-81CA-5AFA4F82229D}" sibTransId="{8D9F0C97-E6AD-42FE-90DC-7375AB63D013}"/>
    <dgm:cxn modelId="{46310B83-49F9-4708-A923-E145715FCA87}" type="presOf" srcId="{39E8F309-3D84-484D-89B7-E84C46082A33}" destId="{A2139E21-0388-420D-8201-FC3D7C1A5A28}" srcOrd="0" destOrd="3" presId="urn:microsoft.com/office/officeart/2005/8/layout/hChevron3"/>
    <dgm:cxn modelId="{8E244584-6B93-482D-BB9D-0525E09A915C}" srcId="{E0CACA1F-653F-44B3-B8F4-92D6CA993B22}" destId="{39E8F309-3D84-484D-89B7-E84C46082A33}" srcOrd="2" destOrd="0" parTransId="{3843C54E-317E-4EB7-9BE4-8F619F7B54F1}" sibTransId="{A9562307-6B22-405B-B070-E842EF687B24}"/>
    <dgm:cxn modelId="{6DB20B92-3500-4CE1-9034-20D2293770E7}" type="presOf" srcId="{6B268EFE-D03E-40AC-9F8F-62FDB9CC0F5E}" destId="{8DF81625-AB8C-42C0-A7AA-A612B5EFB9D5}" srcOrd="0" destOrd="1" presId="urn:microsoft.com/office/officeart/2005/8/layout/hChevron3"/>
    <dgm:cxn modelId="{F9D3DF96-F159-410F-B418-84889EEAF3D7}" srcId="{EDA6A847-7A9F-485C-A8CE-A0D21D1A2B44}" destId="{3EB09EAD-0B39-4089-86D8-869085B5605C}" srcOrd="2" destOrd="0" parTransId="{AC6FF42C-E962-4EF8-AD75-4B3E4EB765C6}" sibTransId="{2D7A3F46-CCD3-49E6-8ACD-3ADD2A9FE705}"/>
    <dgm:cxn modelId="{C82E8BA0-7DCD-4A97-97AE-9133639F17B4}" type="presOf" srcId="{C32C56D1-38B5-4F30-B1C3-3BE6B0C882CE}" destId="{8DF81625-AB8C-42C0-A7AA-A612B5EFB9D5}" srcOrd="0" destOrd="4" presId="urn:microsoft.com/office/officeart/2005/8/layout/hChevron3"/>
    <dgm:cxn modelId="{75D01CAF-791F-4052-B897-E452ACBE7C85}" type="presOf" srcId="{E0CACA1F-653F-44B3-B8F4-92D6CA993B22}" destId="{A2139E21-0388-420D-8201-FC3D7C1A5A28}" srcOrd="0" destOrd="0" presId="urn:microsoft.com/office/officeart/2005/8/layout/hChevron3"/>
    <dgm:cxn modelId="{E41ADABF-650D-430B-A5FD-8E675DE4ABCB}" srcId="{EDA6A847-7A9F-485C-A8CE-A0D21D1A2B44}" destId="{6B268EFE-D03E-40AC-9F8F-62FDB9CC0F5E}" srcOrd="0" destOrd="0" parTransId="{7575647A-80E8-4416-BA9C-964C174D6998}" sibTransId="{09FDA778-732D-4CA2-9853-2FF3D6C7746E}"/>
    <dgm:cxn modelId="{469A01D7-621F-4777-97E0-780E015B5093}" srcId="{E0CACA1F-653F-44B3-B8F4-92D6CA993B22}" destId="{0D0549A2-2B5C-4217-B8B1-D0E433DD513D}" srcOrd="1" destOrd="0" parTransId="{B6A47C06-2F01-4819-AE01-7ACF62F6951A}" sibTransId="{E1783059-4D0D-43E8-A359-4DE925384713}"/>
    <dgm:cxn modelId="{5F62E0F7-79E8-45DB-B1A1-D4883632FD80}" srcId="{EDA6A847-7A9F-485C-A8CE-A0D21D1A2B44}" destId="{C32C56D1-38B5-4F30-B1C3-3BE6B0C882CE}" srcOrd="3" destOrd="0" parTransId="{490659F3-84A0-4DA3-9E0D-A111099082A6}" sibTransId="{EB042B41-0649-40F0-9F5A-2385CB32C54B}"/>
    <dgm:cxn modelId="{60EE19CC-C439-4FEB-94F7-AC7F40A9F717}" type="presParOf" srcId="{8C1B17A3-3B7C-4114-8309-9AF7CFAB28F1}" destId="{A2139E21-0388-420D-8201-FC3D7C1A5A28}" srcOrd="0" destOrd="0" presId="urn:microsoft.com/office/officeart/2005/8/layout/hChevron3"/>
    <dgm:cxn modelId="{3FEFE449-697F-4E7D-98A1-5CFB9DE9FBAC}" type="presParOf" srcId="{8C1B17A3-3B7C-4114-8309-9AF7CFAB28F1}" destId="{BCE4A8E5-1D68-4FAD-94CC-15B6D093194F}" srcOrd="1" destOrd="0" presId="urn:microsoft.com/office/officeart/2005/8/layout/hChevron3"/>
    <dgm:cxn modelId="{4AE9DA40-56D2-4F7D-9105-2ACB4C9C558C}" type="presParOf" srcId="{8C1B17A3-3B7C-4114-8309-9AF7CFAB28F1}" destId="{8DF81625-AB8C-42C0-A7AA-A612B5EFB9D5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1BF09D6-7A40-46E8-9142-B969BDDBE386}" type="doc">
      <dgm:prSet loTypeId="urn:microsoft.com/office/officeart/2005/8/layout/hierarchy4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9A33F43-AFF0-4843-B565-8865C04C8839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IN" dirty="0"/>
            <a:t>Market Insights</a:t>
          </a:r>
        </a:p>
      </dgm:t>
    </dgm:pt>
    <dgm:pt modelId="{73E1D4CD-7E57-4DEF-AEAC-A094D868B4C7}" type="parTrans" cxnId="{DA9147F1-5B83-41E1-9A21-2C5C51B40C7B}">
      <dgm:prSet/>
      <dgm:spPr/>
      <dgm:t>
        <a:bodyPr/>
        <a:lstStyle/>
        <a:p>
          <a:endParaRPr lang="en-IN"/>
        </a:p>
      </dgm:t>
    </dgm:pt>
    <dgm:pt modelId="{19AE27B8-61FC-4DDB-8FE1-A7B2481B9755}" type="sibTrans" cxnId="{DA9147F1-5B83-41E1-9A21-2C5C51B40C7B}">
      <dgm:prSet/>
      <dgm:spPr/>
      <dgm:t>
        <a:bodyPr/>
        <a:lstStyle/>
        <a:p>
          <a:endParaRPr lang="en-IN"/>
        </a:p>
      </dgm:t>
    </dgm:pt>
    <dgm:pt modelId="{481A7D4A-8D61-493A-AFAF-8A4061BFCD9F}" type="pres">
      <dgm:prSet presAssocID="{41BF09D6-7A40-46E8-9142-B969BDDBE386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83A340A-88F0-4838-9A88-FA1590589CAD}" type="pres">
      <dgm:prSet presAssocID="{C9A33F43-AFF0-4843-B565-8865C04C8839}" presName="vertOne" presStyleCnt="0"/>
      <dgm:spPr/>
    </dgm:pt>
    <dgm:pt modelId="{DF1BD567-DDA8-405A-867E-6E563BF7E682}" type="pres">
      <dgm:prSet presAssocID="{C9A33F43-AFF0-4843-B565-8865C04C8839}" presName="txOne" presStyleLbl="node0" presStyleIdx="0" presStyleCnt="1">
        <dgm:presLayoutVars>
          <dgm:chPref val="3"/>
        </dgm:presLayoutVars>
      </dgm:prSet>
      <dgm:spPr/>
    </dgm:pt>
    <dgm:pt modelId="{E44B46D2-212C-467D-9D62-E12E94DD4689}" type="pres">
      <dgm:prSet presAssocID="{C9A33F43-AFF0-4843-B565-8865C04C8839}" presName="horzOne" presStyleCnt="0"/>
      <dgm:spPr/>
    </dgm:pt>
  </dgm:ptLst>
  <dgm:cxnLst>
    <dgm:cxn modelId="{BFD42526-2A0D-41D5-9830-3AAF08905D5B}" type="presOf" srcId="{41BF09D6-7A40-46E8-9142-B969BDDBE386}" destId="{481A7D4A-8D61-493A-AFAF-8A4061BFCD9F}" srcOrd="0" destOrd="0" presId="urn:microsoft.com/office/officeart/2005/8/layout/hierarchy4"/>
    <dgm:cxn modelId="{B90B2952-7072-4E77-9BB6-F4C2E0B2E40F}" type="presOf" srcId="{C9A33F43-AFF0-4843-B565-8865C04C8839}" destId="{DF1BD567-DDA8-405A-867E-6E563BF7E682}" srcOrd="0" destOrd="0" presId="urn:microsoft.com/office/officeart/2005/8/layout/hierarchy4"/>
    <dgm:cxn modelId="{DA9147F1-5B83-41E1-9A21-2C5C51B40C7B}" srcId="{41BF09D6-7A40-46E8-9142-B969BDDBE386}" destId="{C9A33F43-AFF0-4843-B565-8865C04C8839}" srcOrd="0" destOrd="0" parTransId="{73E1D4CD-7E57-4DEF-AEAC-A094D868B4C7}" sibTransId="{19AE27B8-61FC-4DDB-8FE1-A7B2481B9755}"/>
    <dgm:cxn modelId="{CB06ACA3-1AC4-40F4-9F71-96E4143079ED}" type="presParOf" srcId="{481A7D4A-8D61-493A-AFAF-8A4061BFCD9F}" destId="{783A340A-88F0-4838-9A88-FA1590589CAD}" srcOrd="0" destOrd="0" presId="urn:microsoft.com/office/officeart/2005/8/layout/hierarchy4"/>
    <dgm:cxn modelId="{1CC6A61F-5D8C-4CB6-B3DF-9A7EC63B1604}" type="presParOf" srcId="{783A340A-88F0-4838-9A88-FA1590589CAD}" destId="{DF1BD567-DDA8-405A-867E-6E563BF7E682}" srcOrd="0" destOrd="0" presId="urn:microsoft.com/office/officeart/2005/8/layout/hierarchy4"/>
    <dgm:cxn modelId="{E308CAA9-3E1A-452B-B2A4-5E9DEB393DA3}" type="presParOf" srcId="{783A340A-88F0-4838-9A88-FA1590589CAD}" destId="{E44B46D2-212C-467D-9D62-E12E94DD4689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8F4C246-8F7A-4947-9908-B7AFD46B028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15062EA-505F-4FDD-B825-C409F0561520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IN" b="1"/>
            <a:t>Key Observations from Data</a:t>
          </a:r>
          <a:endParaRPr lang="en-IN"/>
        </a:p>
      </dgm:t>
    </dgm:pt>
    <dgm:pt modelId="{66238F91-4210-49D9-8EC0-3791473A762D}" type="parTrans" cxnId="{79B007E3-23B7-4007-B0D6-5F4F334E0299}">
      <dgm:prSet/>
      <dgm:spPr/>
      <dgm:t>
        <a:bodyPr/>
        <a:lstStyle/>
        <a:p>
          <a:endParaRPr lang="en-IN"/>
        </a:p>
      </dgm:t>
    </dgm:pt>
    <dgm:pt modelId="{F8B4612B-2C30-4A42-9B14-4A3CD49215DD}" type="sibTrans" cxnId="{79B007E3-23B7-4007-B0D6-5F4F334E0299}">
      <dgm:prSet/>
      <dgm:spPr/>
      <dgm:t>
        <a:bodyPr/>
        <a:lstStyle/>
        <a:p>
          <a:endParaRPr lang="en-IN"/>
        </a:p>
      </dgm:t>
    </dgm:pt>
    <dgm:pt modelId="{6AD16517-B01A-496B-BED6-F4318718B142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400" b="1" dirty="0"/>
            <a:t>Technology sector dominated performance</a:t>
          </a:r>
          <a:endParaRPr lang="en-IN" sz="1400" dirty="0"/>
        </a:p>
      </dgm:t>
    </dgm:pt>
    <dgm:pt modelId="{3FA9A93C-58DE-44AE-8A4A-40AE13E48D6C}" type="parTrans" cxnId="{D7D93552-E8A3-4175-99BD-9AE03D1C871E}">
      <dgm:prSet/>
      <dgm:spPr/>
      <dgm:t>
        <a:bodyPr/>
        <a:lstStyle/>
        <a:p>
          <a:endParaRPr lang="en-IN"/>
        </a:p>
      </dgm:t>
    </dgm:pt>
    <dgm:pt modelId="{3C44AC85-28F9-4B90-A9F9-5EECF0262302}" type="sibTrans" cxnId="{D7D93552-E8A3-4175-99BD-9AE03D1C871E}">
      <dgm:prSet/>
      <dgm:spPr/>
      <dgm:t>
        <a:bodyPr/>
        <a:lstStyle/>
        <a:p>
          <a:endParaRPr lang="en-IN"/>
        </a:p>
      </dgm:t>
    </dgm:pt>
    <dgm:pt modelId="{23AFA6DD-BCD1-4B0F-9B0E-744A774BAE88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400" dirty="0"/>
            <a:t>AMZN</a:t>
          </a:r>
        </a:p>
      </dgm:t>
    </dgm:pt>
    <dgm:pt modelId="{3BD70198-BD98-4D5F-82D8-165BF3DDBA51}" type="parTrans" cxnId="{BD5D76A8-5DFA-4582-A854-D64C3710D03E}">
      <dgm:prSet/>
      <dgm:spPr/>
      <dgm:t>
        <a:bodyPr/>
        <a:lstStyle/>
        <a:p>
          <a:endParaRPr lang="en-IN"/>
        </a:p>
      </dgm:t>
    </dgm:pt>
    <dgm:pt modelId="{46896AC8-66A5-4B20-BCEB-3F98F2D3C677}" type="sibTrans" cxnId="{BD5D76A8-5DFA-4582-A854-D64C3710D03E}">
      <dgm:prSet/>
      <dgm:spPr/>
      <dgm:t>
        <a:bodyPr/>
        <a:lstStyle/>
        <a:p>
          <a:endParaRPr lang="en-IN"/>
        </a:p>
      </dgm:t>
    </dgm:pt>
    <dgm:pt modelId="{DD621D64-D7EE-42F7-9D6E-55B995E95B70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400" dirty="0"/>
            <a:t>MSFT</a:t>
          </a:r>
        </a:p>
      </dgm:t>
    </dgm:pt>
    <dgm:pt modelId="{723DB78E-4BDC-4BB2-8BAC-CDF88B68DE44}" type="parTrans" cxnId="{6B27CFD7-0204-40A2-B7FE-7344DF51DEE7}">
      <dgm:prSet/>
      <dgm:spPr/>
      <dgm:t>
        <a:bodyPr/>
        <a:lstStyle/>
        <a:p>
          <a:endParaRPr lang="en-IN"/>
        </a:p>
      </dgm:t>
    </dgm:pt>
    <dgm:pt modelId="{AE71E421-0A56-4E4B-B9AC-B0049947BC1D}" type="sibTrans" cxnId="{6B27CFD7-0204-40A2-B7FE-7344DF51DEE7}">
      <dgm:prSet/>
      <dgm:spPr/>
      <dgm:t>
        <a:bodyPr/>
        <a:lstStyle/>
        <a:p>
          <a:endParaRPr lang="en-IN"/>
        </a:p>
      </dgm:t>
    </dgm:pt>
    <dgm:pt modelId="{7FCB5197-75E0-40FC-BDD7-911C938FEBED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400" dirty="0"/>
            <a:t>AAPL</a:t>
          </a:r>
        </a:p>
      </dgm:t>
    </dgm:pt>
    <dgm:pt modelId="{4EAF63A6-F5D5-4418-BDCB-496E2DB2A54B}" type="parTrans" cxnId="{77159AF7-D2C9-45C8-8E6F-E55307EB400E}">
      <dgm:prSet/>
      <dgm:spPr/>
      <dgm:t>
        <a:bodyPr/>
        <a:lstStyle/>
        <a:p>
          <a:endParaRPr lang="en-IN"/>
        </a:p>
      </dgm:t>
    </dgm:pt>
    <dgm:pt modelId="{1F0CBAEB-F863-41EB-B48B-4F35E443936B}" type="sibTrans" cxnId="{77159AF7-D2C9-45C8-8E6F-E55307EB400E}">
      <dgm:prSet/>
      <dgm:spPr/>
      <dgm:t>
        <a:bodyPr/>
        <a:lstStyle/>
        <a:p>
          <a:endParaRPr lang="en-IN"/>
        </a:p>
      </dgm:t>
    </dgm:pt>
    <dgm:pt modelId="{ED8FC93D-9333-4742-92E6-E6F24CC05FE1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400" b="1" dirty="0"/>
            <a:t>Aviation sector </a:t>
          </a:r>
          <a:r>
            <a:rPr lang="en-IN" sz="1400" b="0" dirty="0"/>
            <a:t>showed high volatility</a:t>
          </a:r>
        </a:p>
      </dgm:t>
    </dgm:pt>
    <dgm:pt modelId="{07D8247D-3574-4A17-9329-BBE08145B69E}" type="parTrans" cxnId="{A517E1E4-5C38-4913-A80B-82B445831039}">
      <dgm:prSet/>
      <dgm:spPr/>
      <dgm:t>
        <a:bodyPr/>
        <a:lstStyle/>
        <a:p>
          <a:endParaRPr lang="en-IN"/>
        </a:p>
      </dgm:t>
    </dgm:pt>
    <dgm:pt modelId="{8EE3ADF0-6963-45D1-9D68-630886ECD33F}" type="sibTrans" cxnId="{A517E1E4-5C38-4913-A80B-82B445831039}">
      <dgm:prSet/>
      <dgm:spPr/>
      <dgm:t>
        <a:bodyPr/>
        <a:lstStyle/>
        <a:p>
          <a:endParaRPr lang="en-IN"/>
        </a:p>
      </dgm:t>
    </dgm:pt>
    <dgm:pt modelId="{C0D6A715-52CC-4549-B988-41127BFDBD77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400" dirty="0"/>
            <a:t>AAL, DAL, LUV</a:t>
          </a:r>
        </a:p>
      </dgm:t>
    </dgm:pt>
    <dgm:pt modelId="{435403E4-759E-4A8F-9355-FA4C26F850F7}" type="parTrans" cxnId="{E5BBF963-8AAF-43C5-AD19-D9CAAF7A1D76}">
      <dgm:prSet/>
      <dgm:spPr/>
      <dgm:t>
        <a:bodyPr/>
        <a:lstStyle/>
        <a:p>
          <a:endParaRPr lang="en-IN"/>
        </a:p>
      </dgm:t>
    </dgm:pt>
    <dgm:pt modelId="{139D7E82-CEF7-4CF2-BA8E-5977DA4C56EE}" type="sibTrans" cxnId="{E5BBF963-8AAF-43C5-AD19-D9CAAF7A1D76}">
      <dgm:prSet/>
      <dgm:spPr/>
      <dgm:t>
        <a:bodyPr/>
        <a:lstStyle/>
        <a:p>
          <a:endParaRPr lang="en-IN"/>
        </a:p>
      </dgm:t>
    </dgm:pt>
    <dgm:pt modelId="{61BD0344-1887-4F76-B45B-9AE38C1A9422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400" b="1" dirty="0"/>
            <a:t>Pharmaceutical stocks </a:t>
          </a:r>
          <a:r>
            <a:rPr lang="en-IN" sz="1400" b="0" dirty="0"/>
            <a:t>provided stability</a:t>
          </a:r>
        </a:p>
      </dgm:t>
    </dgm:pt>
    <dgm:pt modelId="{BFE16154-E285-459E-889B-5F36DCA0A980}" type="parTrans" cxnId="{323F9849-DF18-4A4D-8434-E92F6BD2B34C}">
      <dgm:prSet/>
      <dgm:spPr/>
      <dgm:t>
        <a:bodyPr/>
        <a:lstStyle/>
        <a:p>
          <a:endParaRPr lang="en-IN"/>
        </a:p>
      </dgm:t>
    </dgm:pt>
    <dgm:pt modelId="{A83C523F-3BEF-4CBE-A978-5997330BE5A7}" type="sibTrans" cxnId="{323F9849-DF18-4A4D-8434-E92F6BD2B34C}">
      <dgm:prSet/>
      <dgm:spPr/>
      <dgm:t>
        <a:bodyPr/>
        <a:lstStyle/>
        <a:p>
          <a:endParaRPr lang="en-IN"/>
        </a:p>
      </dgm:t>
    </dgm:pt>
    <dgm:pt modelId="{0E534CFB-7E8B-4B9C-97C8-6F66BD97E0E6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400" dirty="0"/>
            <a:t>JNJ</a:t>
          </a:r>
        </a:p>
      </dgm:t>
    </dgm:pt>
    <dgm:pt modelId="{E1B3749A-5FFF-49EC-B84F-9498C23F7276}" type="parTrans" cxnId="{2836F1B1-D17C-4A17-8E6F-583B9F745CE0}">
      <dgm:prSet/>
      <dgm:spPr/>
      <dgm:t>
        <a:bodyPr/>
        <a:lstStyle/>
        <a:p>
          <a:endParaRPr lang="en-IN"/>
        </a:p>
      </dgm:t>
    </dgm:pt>
    <dgm:pt modelId="{FFE7D513-4232-44BA-BB2E-41C520D2A291}" type="sibTrans" cxnId="{2836F1B1-D17C-4A17-8E6F-583B9F745CE0}">
      <dgm:prSet/>
      <dgm:spPr/>
      <dgm:t>
        <a:bodyPr/>
        <a:lstStyle/>
        <a:p>
          <a:endParaRPr lang="en-IN"/>
        </a:p>
      </dgm:t>
    </dgm:pt>
    <dgm:pt modelId="{DB8D65CA-539D-4605-AB98-8D2D38AD303F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400" dirty="0"/>
            <a:t>PFE</a:t>
          </a:r>
        </a:p>
      </dgm:t>
    </dgm:pt>
    <dgm:pt modelId="{CA332B16-07A3-45F5-88EB-83E4A9A46940}" type="parTrans" cxnId="{5BF32CD8-EDA9-42D7-A5D3-026C98D81974}">
      <dgm:prSet/>
      <dgm:spPr/>
      <dgm:t>
        <a:bodyPr/>
        <a:lstStyle/>
        <a:p>
          <a:endParaRPr lang="en-IN"/>
        </a:p>
      </dgm:t>
    </dgm:pt>
    <dgm:pt modelId="{E569D85E-88DB-4230-A9B1-A4B0350CB1C9}" type="sibTrans" cxnId="{5BF32CD8-EDA9-42D7-A5D3-026C98D81974}">
      <dgm:prSet/>
      <dgm:spPr/>
      <dgm:t>
        <a:bodyPr/>
        <a:lstStyle/>
        <a:p>
          <a:endParaRPr lang="en-IN"/>
        </a:p>
      </dgm:t>
    </dgm:pt>
    <dgm:pt modelId="{60A1C93C-487C-45FF-8454-363423677F63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400" dirty="0"/>
            <a:t>MRK</a:t>
          </a:r>
        </a:p>
      </dgm:t>
    </dgm:pt>
    <dgm:pt modelId="{9E773639-8890-4643-BC72-929677F56298}" type="parTrans" cxnId="{89BCA8D9-B88E-43C1-9F64-DABC6ED2A50E}">
      <dgm:prSet/>
      <dgm:spPr/>
      <dgm:t>
        <a:bodyPr/>
        <a:lstStyle/>
        <a:p>
          <a:endParaRPr lang="en-IN"/>
        </a:p>
      </dgm:t>
    </dgm:pt>
    <dgm:pt modelId="{0CC0F27A-D221-4214-A96F-68EC0ADC0572}" type="sibTrans" cxnId="{89BCA8D9-B88E-43C1-9F64-DABC6ED2A50E}">
      <dgm:prSet/>
      <dgm:spPr/>
      <dgm:t>
        <a:bodyPr/>
        <a:lstStyle/>
        <a:p>
          <a:endParaRPr lang="en-IN"/>
        </a:p>
      </dgm:t>
    </dgm:pt>
    <dgm:pt modelId="{72C8B982-819F-40A8-8A21-56444A852070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400"/>
            <a:t>Market benchmark:</a:t>
          </a:r>
        </a:p>
      </dgm:t>
    </dgm:pt>
    <dgm:pt modelId="{EC77E49B-074A-4F41-908B-0617EBACD3FD}" type="parTrans" cxnId="{D44239C2-D908-4ED3-9055-927EE7DC25D8}">
      <dgm:prSet/>
      <dgm:spPr/>
      <dgm:t>
        <a:bodyPr/>
        <a:lstStyle/>
        <a:p>
          <a:endParaRPr lang="en-IN"/>
        </a:p>
      </dgm:t>
    </dgm:pt>
    <dgm:pt modelId="{89F355A3-1402-4000-8499-B7BC22D1D3A8}" type="sibTrans" cxnId="{D44239C2-D908-4ED3-9055-927EE7DC25D8}">
      <dgm:prSet/>
      <dgm:spPr/>
      <dgm:t>
        <a:bodyPr/>
        <a:lstStyle/>
        <a:p>
          <a:endParaRPr lang="en-IN"/>
        </a:p>
      </dgm:t>
    </dgm:pt>
    <dgm:pt modelId="{7EAD0FFB-9501-49F2-B1B8-5B338C9FD069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sz="1400" b="1" dirty="0"/>
            <a:t>S&amp;P 500 closely tracks large technology stocks</a:t>
          </a:r>
          <a:endParaRPr lang="en-IN" sz="1400" dirty="0"/>
        </a:p>
      </dgm:t>
    </dgm:pt>
    <dgm:pt modelId="{43462A74-C6BE-46A6-8FA2-BC1A87B70131}" type="parTrans" cxnId="{FD772225-C8A7-4783-B528-414BBFB8209B}">
      <dgm:prSet/>
      <dgm:spPr/>
      <dgm:t>
        <a:bodyPr/>
        <a:lstStyle/>
        <a:p>
          <a:endParaRPr lang="en-IN"/>
        </a:p>
      </dgm:t>
    </dgm:pt>
    <dgm:pt modelId="{CC2FE0BE-6FFF-4E2B-8E00-BB5F8E689C4B}" type="sibTrans" cxnId="{FD772225-C8A7-4783-B528-414BBFB8209B}">
      <dgm:prSet/>
      <dgm:spPr/>
      <dgm:t>
        <a:bodyPr/>
        <a:lstStyle/>
        <a:p>
          <a:endParaRPr lang="en-IN"/>
        </a:p>
      </dgm:t>
    </dgm:pt>
    <dgm:pt modelId="{CE79749E-1F3A-4875-B54F-DD804D458772}" type="pres">
      <dgm:prSet presAssocID="{B8F4C246-8F7A-4947-9908-B7AFD46B028E}" presName="Name0" presStyleCnt="0">
        <dgm:presLayoutVars>
          <dgm:dir/>
          <dgm:animLvl val="lvl"/>
          <dgm:resizeHandles val="exact"/>
        </dgm:presLayoutVars>
      </dgm:prSet>
      <dgm:spPr/>
    </dgm:pt>
    <dgm:pt modelId="{93552C2D-B03D-47E8-9654-E306F951BB3E}" type="pres">
      <dgm:prSet presAssocID="{C15062EA-505F-4FDD-B825-C409F0561520}" presName="linNode" presStyleCnt="0"/>
      <dgm:spPr/>
    </dgm:pt>
    <dgm:pt modelId="{CC49C4E8-CD5A-4990-B190-7CA3D72D318E}" type="pres">
      <dgm:prSet presAssocID="{C15062EA-505F-4FDD-B825-C409F0561520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B5408437-6636-4315-A4F6-D6C143938586}" type="pres">
      <dgm:prSet presAssocID="{C15062EA-505F-4FDD-B825-C409F0561520}" presName="descendantText" presStyleLbl="alignAccFollowNode1" presStyleIdx="0" presStyleCnt="1" custScaleY="111410">
        <dgm:presLayoutVars>
          <dgm:bulletEnabled val="1"/>
        </dgm:presLayoutVars>
      </dgm:prSet>
      <dgm:spPr/>
    </dgm:pt>
  </dgm:ptLst>
  <dgm:cxnLst>
    <dgm:cxn modelId="{FD772225-C8A7-4783-B528-414BBFB8209B}" srcId="{72C8B982-819F-40A8-8A21-56444A852070}" destId="{7EAD0FFB-9501-49F2-B1B8-5B338C9FD069}" srcOrd="0" destOrd="0" parTransId="{43462A74-C6BE-46A6-8FA2-BC1A87B70131}" sibTransId="{CC2FE0BE-6FFF-4E2B-8E00-BB5F8E689C4B}"/>
    <dgm:cxn modelId="{D894C226-0A46-490C-93FE-9DAF9366DCD5}" type="presOf" srcId="{6AD16517-B01A-496B-BED6-F4318718B142}" destId="{B5408437-6636-4315-A4F6-D6C143938586}" srcOrd="0" destOrd="0" presId="urn:microsoft.com/office/officeart/2005/8/layout/vList5"/>
    <dgm:cxn modelId="{5CA9502A-6DEE-4EB6-85BC-8A2D00734A28}" type="presOf" srcId="{0E534CFB-7E8B-4B9C-97C8-6F66BD97E0E6}" destId="{B5408437-6636-4315-A4F6-D6C143938586}" srcOrd="0" destOrd="7" presId="urn:microsoft.com/office/officeart/2005/8/layout/vList5"/>
    <dgm:cxn modelId="{4C55052D-5090-4117-8C73-7C0C91C6501D}" type="presOf" srcId="{ED8FC93D-9333-4742-92E6-E6F24CC05FE1}" destId="{B5408437-6636-4315-A4F6-D6C143938586}" srcOrd="0" destOrd="4" presId="urn:microsoft.com/office/officeart/2005/8/layout/vList5"/>
    <dgm:cxn modelId="{6E7D0063-273B-40C3-AF15-EC4E4719C7EC}" type="presOf" srcId="{C0D6A715-52CC-4549-B988-41127BFDBD77}" destId="{B5408437-6636-4315-A4F6-D6C143938586}" srcOrd="0" destOrd="5" presId="urn:microsoft.com/office/officeart/2005/8/layout/vList5"/>
    <dgm:cxn modelId="{E5BBF963-8AAF-43C5-AD19-D9CAAF7A1D76}" srcId="{ED8FC93D-9333-4742-92E6-E6F24CC05FE1}" destId="{C0D6A715-52CC-4549-B988-41127BFDBD77}" srcOrd="0" destOrd="0" parTransId="{435403E4-759E-4A8F-9355-FA4C26F850F7}" sibTransId="{139D7E82-CEF7-4CF2-BA8E-5977DA4C56EE}"/>
    <dgm:cxn modelId="{4F29A865-1AD8-4CC3-9424-25DF584C559A}" type="presOf" srcId="{DB8D65CA-539D-4605-AB98-8D2D38AD303F}" destId="{B5408437-6636-4315-A4F6-D6C143938586}" srcOrd="0" destOrd="8" presId="urn:microsoft.com/office/officeart/2005/8/layout/vList5"/>
    <dgm:cxn modelId="{323F9849-DF18-4A4D-8434-E92F6BD2B34C}" srcId="{C15062EA-505F-4FDD-B825-C409F0561520}" destId="{61BD0344-1887-4F76-B45B-9AE38C1A9422}" srcOrd="2" destOrd="0" parTransId="{BFE16154-E285-459E-889B-5F36DCA0A980}" sibTransId="{A83C523F-3BEF-4CBE-A978-5997330BE5A7}"/>
    <dgm:cxn modelId="{D7D93552-E8A3-4175-99BD-9AE03D1C871E}" srcId="{C15062EA-505F-4FDD-B825-C409F0561520}" destId="{6AD16517-B01A-496B-BED6-F4318718B142}" srcOrd="0" destOrd="0" parTransId="{3FA9A93C-58DE-44AE-8A4A-40AE13E48D6C}" sibTransId="{3C44AC85-28F9-4B90-A9F9-5EECF0262302}"/>
    <dgm:cxn modelId="{20E4FF79-529A-4C66-B741-2D34E942229B}" type="presOf" srcId="{61BD0344-1887-4F76-B45B-9AE38C1A9422}" destId="{B5408437-6636-4315-A4F6-D6C143938586}" srcOrd="0" destOrd="6" presId="urn:microsoft.com/office/officeart/2005/8/layout/vList5"/>
    <dgm:cxn modelId="{22BC868E-404E-4EE6-99BB-63767AE9EE57}" type="presOf" srcId="{72C8B982-819F-40A8-8A21-56444A852070}" destId="{B5408437-6636-4315-A4F6-D6C143938586}" srcOrd="0" destOrd="10" presId="urn:microsoft.com/office/officeart/2005/8/layout/vList5"/>
    <dgm:cxn modelId="{0ECF8793-DD3E-4B99-B5BC-3BC3B0C75B94}" type="presOf" srcId="{23AFA6DD-BCD1-4B0F-9B0E-744A774BAE88}" destId="{B5408437-6636-4315-A4F6-D6C143938586}" srcOrd="0" destOrd="1" presId="urn:microsoft.com/office/officeart/2005/8/layout/vList5"/>
    <dgm:cxn modelId="{86347DA7-3F63-4322-9AB9-6006AF5AAB39}" type="presOf" srcId="{60A1C93C-487C-45FF-8454-363423677F63}" destId="{B5408437-6636-4315-A4F6-D6C143938586}" srcOrd="0" destOrd="9" presId="urn:microsoft.com/office/officeart/2005/8/layout/vList5"/>
    <dgm:cxn modelId="{BD5D76A8-5DFA-4582-A854-D64C3710D03E}" srcId="{6AD16517-B01A-496B-BED6-F4318718B142}" destId="{23AFA6DD-BCD1-4B0F-9B0E-744A774BAE88}" srcOrd="0" destOrd="0" parTransId="{3BD70198-BD98-4D5F-82D8-165BF3DDBA51}" sibTransId="{46896AC8-66A5-4B20-BCEB-3F98F2D3C677}"/>
    <dgm:cxn modelId="{2836F1B1-D17C-4A17-8E6F-583B9F745CE0}" srcId="{61BD0344-1887-4F76-B45B-9AE38C1A9422}" destId="{0E534CFB-7E8B-4B9C-97C8-6F66BD97E0E6}" srcOrd="0" destOrd="0" parTransId="{E1B3749A-5FFF-49EC-B84F-9498C23F7276}" sibTransId="{FFE7D513-4232-44BA-BB2E-41C520D2A291}"/>
    <dgm:cxn modelId="{D44239C2-D908-4ED3-9055-927EE7DC25D8}" srcId="{C15062EA-505F-4FDD-B825-C409F0561520}" destId="{72C8B982-819F-40A8-8A21-56444A852070}" srcOrd="3" destOrd="0" parTransId="{EC77E49B-074A-4F41-908B-0617EBACD3FD}" sibTransId="{89F355A3-1402-4000-8499-B7BC22D1D3A8}"/>
    <dgm:cxn modelId="{E2E86BC7-2C94-472B-A9CB-C287789FA786}" type="presOf" srcId="{7EAD0FFB-9501-49F2-B1B8-5B338C9FD069}" destId="{B5408437-6636-4315-A4F6-D6C143938586}" srcOrd="0" destOrd="11" presId="urn:microsoft.com/office/officeart/2005/8/layout/vList5"/>
    <dgm:cxn modelId="{5FB9D8CE-5F84-40BF-82FC-4E817D788458}" type="presOf" srcId="{B8F4C246-8F7A-4947-9908-B7AFD46B028E}" destId="{CE79749E-1F3A-4875-B54F-DD804D458772}" srcOrd="0" destOrd="0" presId="urn:microsoft.com/office/officeart/2005/8/layout/vList5"/>
    <dgm:cxn modelId="{6B27CFD7-0204-40A2-B7FE-7344DF51DEE7}" srcId="{6AD16517-B01A-496B-BED6-F4318718B142}" destId="{DD621D64-D7EE-42F7-9D6E-55B995E95B70}" srcOrd="1" destOrd="0" parTransId="{723DB78E-4BDC-4BB2-8BAC-CDF88B68DE44}" sibTransId="{AE71E421-0A56-4E4B-B9AC-B0049947BC1D}"/>
    <dgm:cxn modelId="{5BF32CD8-EDA9-42D7-A5D3-026C98D81974}" srcId="{61BD0344-1887-4F76-B45B-9AE38C1A9422}" destId="{DB8D65CA-539D-4605-AB98-8D2D38AD303F}" srcOrd="1" destOrd="0" parTransId="{CA332B16-07A3-45F5-88EB-83E4A9A46940}" sibTransId="{E569D85E-88DB-4230-A9B1-A4B0350CB1C9}"/>
    <dgm:cxn modelId="{F9322CD9-5867-44EA-B481-8D333A790FE5}" type="presOf" srcId="{7FCB5197-75E0-40FC-BDD7-911C938FEBED}" destId="{B5408437-6636-4315-A4F6-D6C143938586}" srcOrd="0" destOrd="3" presId="urn:microsoft.com/office/officeart/2005/8/layout/vList5"/>
    <dgm:cxn modelId="{89BCA8D9-B88E-43C1-9F64-DABC6ED2A50E}" srcId="{61BD0344-1887-4F76-B45B-9AE38C1A9422}" destId="{60A1C93C-487C-45FF-8454-363423677F63}" srcOrd="2" destOrd="0" parTransId="{9E773639-8890-4643-BC72-929677F56298}" sibTransId="{0CC0F27A-D221-4214-A96F-68EC0ADC0572}"/>
    <dgm:cxn modelId="{79B007E3-23B7-4007-B0D6-5F4F334E0299}" srcId="{B8F4C246-8F7A-4947-9908-B7AFD46B028E}" destId="{C15062EA-505F-4FDD-B825-C409F0561520}" srcOrd="0" destOrd="0" parTransId="{66238F91-4210-49D9-8EC0-3791473A762D}" sibTransId="{F8B4612B-2C30-4A42-9B14-4A3CD49215DD}"/>
    <dgm:cxn modelId="{A517E1E4-5C38-4913-A80B-82B445831039}" srcId="{C15062EA-505F-4FDD-B825-C409F0561520}" destId="{ED8FC93D-9333-4742-92E6-E6F24CC05FE1}" srcOrd="1" destOrd="0" parTransId="{07D8247D-3574-4A17-9329-BBE08145B69E}" sibTransId="{8EE3ADF0-6963-45D1-9D68-630886ECD33F}"/>
    <dgm:cxn modelId="{99B947EC-B2CE-498C-A85A-B0F8699E37BF}" type="presOf" srcId="{C15062EA-505F-4FDD-B825-C409F0561520}" destId="{CC49C4E8-CD5A-4990-B190-7CA3D72D318E}" srcOrd="0" destOrd="0" presId="urn:microsoft.com/office/officeart/2005/8/layout/vList5"/>
    <dgm:cxn modelId="{6DBFECEF-685D-47EC-AE17-BAF8802028CB}" type="presOf" srcId="{DD621D64-D7EE-42F7-9D6E-55B995E95B70}" destId="{B5408437-6636-4315-A4F6-D6C143938586}" srcOrd="0" destOrd="2" presId="urn:microsoft.com/office/officeart/2005/8/layout/vList5"/>
    <dgm:cxn modelId="{77159AF7-D2C9-45C8-8E6F-E55307EB400E}" srcId="{6AD16517-B01A-496B-BED6-F4318718B142}" destId="{7FCB5197-75E0-40FC-BDD7-911C938FEBED}" srcOrd="2" destOrd="0" parTransId="{4EAF63A6-F5D5-4418-BDCB-496E2DB2A54B}" sibTransId="{1F0CBAEB-F863-41EB-B48B-4F35E443936B}"/>
    <dgm:cxn modelId="{DFA158C7-C69D-4F97-AFAF-B043302A2D63}" type="presParOf" srcId="{CE79749E-1F3A-4875-B54F-DD804D458772}" destId="{93552C2D-B03D-47E8-9654-E306F951BB3E}" srcOrd="0" destOrd="0" presId="urn:microsoft.com/office/officeart/2005/8/layout/vList5"/>
    <dgm:cxn modelId="{1A3072EE-66BC-410C-B929-B4D0C2A544D6}" type="presParOf" srcId="{93552C2D-B03D-47E8-9654-E306F951BB3E}" destId="{CC49C4E8-CD5A-4990-B190-7CA3D72D318E}" srcOrd="0" destOrd="0" presId="urn:microsoft.com/office/officeart/2005/8/layout/vList5"/>
    <dgm:cxn modelId="{3D8E61F4-3A38-4EF0-B493-44F6FD18E9D8}" type="presParOf" srcId="{93552C2D-B03D-47E8-9654-E306F951BB3E}" destId="{B5408437-6636-4315-A4F6-D6C14393858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B6CA25C-D667-4EBE-BF58-25BE08A9C071}" type="doc">
      <dgm:prSet loTypeId="urn:microsoft.com/office/officeart/2005/8/layout/process1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3D81710-36C1-422D-9114-735ABFE9458D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dirty="0"/>
            <a:t>Risk–Return Analysis of Stocks (2015–2020)</a:t>
          </a:r>
          <a:endParaRPr lang="en-IN" dirty="0"/>
        </a:p>
      </dgm:t>
    </dgm:pt>
    <dgm:pt modelId="{43AE141C-289C-4E6B-ADBB-BCCBAB51B191}" type="parTrans" cxnId="{8C28A255-35BF-4065-AFE5-3CBC27397FA2}">
      <dgm:prSet/>
      <dgm:spPr/>
      <dgm:t>
        <a:bodyPr/>
        <a:lstStyle/>
        <a:p>
          <a:endParaRPr lang="en-IN"/>
        </a:p>
      </dgm:t>
    </dgm:pt>
    <dgm:pt modelId="{6840188B-F3A6-414C-A51A-BFE0F4689CFF}" type="sibTrans" cxnId="{8C28A255-35BF-4065-AFE5-3CBC27397FA2}">
      <dgm:prSet/>
      <dgm:spPr/>
      <dgm:t>
        <a:bodyPr/>
        <a:lstStyle/>
        <a:p>
          <a:endParaRPr lang="en-IN"/>
        </a:p>
      </dgm:t>
    </dgm:pt>
    <dgm:pt modelId="{AB261659-286F-4F95-9FA6-7DB93FDF2EA8}" type="pres">
      <dgm:prSet presAssocID="{1B6CA25C-D667-4EBE-BF58-25BE08A9C071}" presName="Name0" presStyleCnt="0">
        <dgm:presLayoutVars>
          <dgm:dir/>
          <dgm:resizeHandles val="exact"/>
        </dgm:presLayoutVars>
      </dgm:prSet>
      <dgm:spPr/>
    </dgm:pt>
    <dgm:pt modelId="{4FCDBBDA-3FB4-4F88-AE19-CB292444B4D1}" type="pres">
      <dgm:prSet presAssocID="{93D81710-36C1-422D-9114-735ABFE9458D}" presName="node" presStyleLbl="node1" presStyleIdx="0" presStyleCnt="1">
        <dgm:presLayoutVars>
          <dgm:bulletEnabled val="1"/>
        </dgm:presLayoutVars>
      </dgm:prSet>
      <dgm:spPr/>
    </dgm:pt>
  </dgm:ptLst>
  <dgm:cxnLst>
    <dgm:cxn modelId="{F542BC50-84E4-41D5-A0F4-10407F8E8987}" type="presOf" srcId="{1B6CA25C-D667-4EBE-BF58-25BE08A9C071}" destId="{AB261659-286F-4F95-9FA6-7DB93FDF2EA8}" srcOrd="0" destOrd="0" presId="urn:microsoft.com/office/officeart/2005/8/layout/process1"/>
    <dgm:cxn modelId="{8C28A255-35BF-4065-AFE5-3CBC27397FA2}" srcId="{1B6CA25C-D667-4EBE-BF58-25BE08A9C071}" destId="{93D81710-36C1-422D-9114-735ABFE9458D}" srcOrd="0" destOrd="0" parTransId="{43AE141C-289C-4E6B-ADBB-BCCBAB51B191}" sibTransId="{6840188B-F3A6-414C-A51A-BFE0F4689CFF}"/>
    <dgm:cxn modelId="{681DD291-67C1-4605-ACA9-019851EA319F}" type="presOf" srcId="{93D81710-36C1-422D-9114-735ABFE9458D}" destId="{4FCDBBDA-3FB4-4F88-AE19-CB292444B4D1}" srcOrd="0" destOrd="0" presId="urn:microsoft.com/office/officeart/2005/8/layout/process1"/>
    <dgm:cxn modelId="{CC8A191F-D28A-4C86-9D7A-37D6A565BF93}" type="presParOf" srcId="{AB261659-286F-4F95-9FA6-7DB93FDF2EA8}" destId="{4FCDBBDA-3FB4-4F88-AE19-CB292444B4D1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AC20DFE-39A0-402E-98B4-97B2F7D69D9D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404714C-1DB3-45DF-833C-65EB47CA9301}">
      <dgm:prSet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dirty="0"/>
            <a:t>Explain:</a:t>
          </a:r>
          <a:endParaRPr lang="en-IN" dirty="0"/>
        </a:p>
      </dgm:t>
    </dgm:pt>
    <dgm:pt modelId="{AD9854E2-ED4B-44B0-813F-CBA9553A9C39}" type="parTrans" cxnId="{0B4D3A2B-DC91-4EE2-9FC1-62961F7145F9}">
      <dgm:prSet/>
      <dgm:spPr/>
      <dgm:t>
        <a:bodyPr/>
        <a:lstStyle/>
        <a:p>
          <a:endParaRPr lang="en-IN"/>
        </a:p>
      </dgm:t>
    </dgm:pt>
    <dgm:pt modelId="{451DD424-DEEF-4151-8473-B202CD18E40D}" type="sibTrans" cxnId="{0B4D3A2B-DC91-4EE2-9FC1-62961F7145F9}">
      <dgm:prSet/>
      <dgm:spPr/>
      <dgm:t>
        <a:bodyPr/>
        <a:lstStyle/>
        <a:p>
          <a:endParaRPr lang="en-IN"/>
        </a:p>
      </dgm:t>
    </dgm:pt>
    <dgm:pt modelId="{5CE67C61-CBEA-4632-940D-43C180ED06EA}">
      <dgm:prSet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dirty="0"/>
            <a:t>X-axis → Volatility (Risk)</a:t>
          </a:r>
          <a:endParaRPr lang="en-IN" dirty="0"/>
        </a:p>
      </dgm:t>
    </dgm:pt>
    <dgm:pt modelId="{346B9576-9DEF-485E-841A-1315529248DD}" type="parTrans" cxnId="{02EA1856-B7A7-4933-B315-86335C417941}">
      <dgm:prSet/>
      <dgm:spPr/>
      <dgm:t>
        <a:bodyPr/>
        <a:lstStyle/>
        <a:p>
          <a:endParaRPr lang="en-IN"/>
        </a:p>
      </dgm:t>
    </dgm:pt>
    <dgm:pt modelId="{0B244A85-F751-4D22-AB8E-54F10AFC07D5}" type="sibTrans" cxnId="{02EA1856-B7A7-4933-B315-86335C417941}">
      <dgm:prSet/>
      <dgm:spPr/>
      <dgm:t>
        <a:bodyPr/>
        <a:lstStyle/>
        <a:p>
          <a:endParaRPr lang="en-IN"/>
        </a:p>
      </dgm:t>
    </dgm:pt>
    <dgm:pt modelId="{2DA50DAC-CDF8-4AF0-A001-76BEB6B494AB}">
      <dgm:prSet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dirty="0"/>
            <a:t>Y-axis → Annual Return</a:t>
          </a:r>
          <a:endParaRPr lang="en-IN" dirty="0"/>
        </a:p>
      </dgm:t>
    </dgm:pt>
    <dgm:pt modelId="{2A591991-81CF-4107-A755-F4DA34FFB673}" type="parTrans" cxnId="{E40CFD7D-74AB-4F4C-8B43-2CDD6CAB1850}">
      <dgm:prSet/>
      <dgm:spPr/>
      <dgm:t>
        <a:bodyPr/>
        <a:lstStyle/>
        <a:p>
          <a:endParaRPr lang="en-IN"/>
        </a:p>
      </dgm:t>
    </dgm:pt>
    <dgm:pt modelId="{AE0907F0-FA85-4C1C-B973-8CA1795147A7}" type="sibTrans" cxnId="{E40CFD7D-74AB-4F4C-8B43-2CDD6CAB1850}">
      <dgm:prSet/>
      <dgm:spPr/>
      <dgm:t>
        <a:bodyPr/>
        <a:lstStyle/>
        <a:p>
          <a:endParaRPr lang="en-IN"/>
        </a:p>
      </dgm:t>
    </dgm:pt>
    <dgm:pt modelId="{EB9C5F2C-AD97-4564-8F2C-AA2D48F8E864}">
      <dgm:prSet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/>
            <a:t>Bubble size → Sharpe Ratio</a:t>
          </a:r>
          <a:endParaRPr lang="en-IN"/>
        </a:p>
      </dgm:t>
    </dgm:pt>
    <dgm:pt modelId="{4253A634-C67A-4B29-883F-B9D740929660}" type="parTrans" cxnId="{D7C07DB9-0921-40A8-82EA-7DD59D531E68}">
      <dgm:prSet/>
      <dgm:spPr/>
      <dgm:t>
        <a:bodyPr/>
        <a:lstStyle/>
        <a:p>
          <a:endParaRPr lang="en-IN"/>
        </a:p>
      </dgm:t>
    </dgm:pt>
    <dgm:pt modelId="{DA1281F3-87EA-4AEF-B264-34601EF35EC8}" type="sibTrans" cxnId="{D7C07DB9-0921-40A8-82EA-7DD59D531E68}">
      <dgm:prSet/>
      <dgm:spPr/>
      <dgm:t>
        <a:bodyPr/>
        <a:lstStyle/>
        <a:p>
          <a:endParaRPr lang="en-IN"/>
        </a:p>
      </dgm:t>
    </dgm:pt>
    <dgm:pt modelId="{0E158D87-9FB5-4605-A075-F58301D7478B}" type="pres">
      <dgm:prSet presAssocID="{5AC20DFE-39A0-402E-98B4-97B2F7D69D9D}" presName="cycle" presStyleCnt="0">
        <dgm:presLayoutVars>
          <dgm:dir/>
          <dgm:resizeHandles val="exact"/>
        </dgm:presLayoutVars>
      </dgm:prSet>
      <dgm:spPr/>
    </dgm:pt>
    <dgm:pt modelId="{934C2FC8-4A35-4D78-887F-2E08035FCDC4}" type="pres">
      <dgm:prSet presAssocID="{4404714C-1DB3-45DF-833C-65EB47CA9301}" presName="node" presStyleLbl="node1" presStyleIdx="0" presStyleCnt="1" custScaleX="108496" custScaleY="100091">
        <dgm:presLayoutVars>
          <dgm:bulletEnabled val="1"/>
        </dgm:presLayoutVars>
      </dgm:prSet>
      <dgm:spPr/>
    </dgm:pt>
  </dgm:ptLst>
  <dgm:cxnLst>
    <dgm:cxn modelId="{C9991F01-6426-43C1-AC7D-665B0C98A486}" type="presOf" srcId="{5AC20DFE-39A0-402E-98B4-97B2F7D69D9D}" destId="{0E158D87-9FB5-4605-A075-F58301D7478B}" srcOrd="0" destOrd="0" presId="urn:microsoft.com/office/officeart/2005/8/layout/cycle2"/>
    <dgm:cxn modelId="{0B4D3A2B-DC91-4EE2-9FC1-62961F7145F9}" srcId="{5AC20DFE-39A0-402E-98B4-97B2F7D69D9D}" destId="{4404714C-1DB3-45DF-833C-65EB47CA9301}" srcOrd="0" destOrd="0" parTransId="{AD9854E2-ED4B-44B0-813F-CBA9553A9C39}" sibTransId="{451DD424-DEEF-4151-8473-B202CD18E40D}"/>
    <dgm:cxn modelId="{F34C923B-79B5-4C0A-A73F-558584C61CA1}" type="presOf" srcId="{2DA50DAC-CDF8-4AF0-A001-76BEB6B494AB}" destId="{934C2FC8-4A35-4D78-887F-2E08035FCDC4}" srcOrd="0" destOrd="2" presId="urn:microsoft.com/office/officeart/2005/8/layout/cycle2"/>
    <dgm:cxn modelId="{A723344E-B894-4D38-B898-B6E1E51D372A}" type="presOf" srcId="{5CE67C61-CBEA-4632-940D-43C180ED06EA}" destId="{934C2FC8-4A35-4D78-887F-2E08035FCDC4}" srcOrd="0" destOrd="1" presId="urn:microsoft.com/office/officeart/2005/8/layout/cycle2"/>
    <dgm:cxn modelId="{02EA1856-B7A7-4933-B315-86335C417941}" srcId="{4404714C-1DB3-45DF-833C-65EB47CA9301}" destId="{5CE67C61-CBEA-4632-940D-43C180ED06EA}" srcOrd="0" destOrd="0" parTransId="{346B9576-9DEF-485E-841A-1315529248DD}" sibTransId="{0B244A85-F751-4D22-AB8E-54F10AFC07D5}"/>
    <dgm:cxn modelId="{3DF76576-A4FD-47C5-AB85-AE8C3152D320}" type="presOf" srcId="{EB9C5F2C-AD97-4564-8F2C-AA2D48F8E864}" destId="{934C2FC8-4A35-4D78-887F-2E08035FCDC4}" srcOrd="0" destOrd="3" presId="urn:microsoft.com/office/officeart/2005/8/layout/cycle2"/>
    <dgm:cxn modelId="{E40CFD7D-74AB-4F4C-8B43-2CDD6CAB1850}" srcId="{4404714C-1DB3-45DF-833C-65EB47CA9301}" destId="{2DA50DAC-CDF8-4AF0-A001-76BEB6B494AB}" srcOrd="1" destOrd="0" parTransId="{2A591991-81CF-4107-A755-F4DA34FFB673}" sibTransId="{AE0907F0-FA85-4C1C-B973-8CA1795147A7}"/>
    <dgm:cxn modelId="{D7C07DB9-0921-40A8-82EA-7DD59D531E68}" srcId="{4404714C-1DB3-45DF-833C-65EB47CA9301}" destId="{EB9C5F2C-AD97-4564-8F2C-AA2D48F8E864}" srcOrd="2" destOrd="0" parTransId="{4253A634-C67A-4B29-883F-B9D740929660}" sibTransId="{DA1281F3-87EA-4AEF-B264-34601EF35EC8}"/>
    <dgm:cxn modelId="{80221EED-FCE6-45B2-9C4D-5F19C361AAC8}" type="presOf" srcId="{4404714C-1DB3-45DF-833C-65EB47CA9301}" destId="{934C2FC8-4A35-4D78-887F-2E08035FCDC4}" srcOrd="0" destOrd="0" presId="urn:microsoft.com/office/officeart/2005/8/layout/cycle2"/>
    <dgm:cxn modelId="{F00A68E7-7D87-4D82-A8A4-406D35B5AF9B}" type="presParOf" srcId="{0E158D87-9FB5-4605-A075-F58301D7478B}" destId="{934C2FC8-4A35-4D78-887F-2E08035FCDC4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C5C2195-BBAB-42B0-9A7E-48B76E340E4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B964C89-1C25-4ACA-870C-B598E68189E4}">
      <dgm:prSet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dirty="0"/>
            <a:t>Key insight:</a:t>
          </a:r>
          <a:endParaRPr lang="en-IN" dirty="0"/>
        </a:p>
      </dgm:t>
    </dgm:pt>
    <dgm:pt modelId="{356543C6-2AF9-421A-B42D-3B3F73E11EDF}" type="parTrans" cxnId="{B9E5CB6F-0E98-480E-9789-860942809AF8}">
      <dgm:prSet/>
      <dgm:spPr/>
      <dgm:t>
        <a:bodyPr/>
        <a:lstStyle/>
        <a:p>
          <a:endParaRPr lang="en-IN"/>
        </a:p>
      </dgm:t>
    </dgm:pt>
    <dgm:pt modelId="{8152B06B-7587-47FC-B3FE-4479BB1F4CB0}" type="sibTrans" cxnId="{B9E5CB6F-0E98-480E-9789-860942809AF8}">
      <dgm:prSet/>
      <dgm:spPr/>
      <dgm:t>
        <a:bodyPr/>
        <a:lstStyle/>
        <a:p>
          <a:endParaRPr lang="en-IN"/>
        </a:p>
      </dgm:t>
    </dgm:pt>
    <dgm:pt modelId="{020885CE-F259-400D-B124-6F6CC17F0764}">
      <dgm:prSet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  <a:alpha val="90000"/>
            </a:schemeClr>
          </a:solidFill>
        </a:ln>
      </dgm:spPr>
      <dgm:t>
        <a:bodyPr/>
        <a:lstStyle/>
        <a:p>
          <a:r>
            <a:rPr lang="en-US" b="1" dirty="0"/>
            <a:t>AMZN, MSFT, and AAPL </a:t>
          </a:r>
          <a:r>
            <a:rPr lang="en-IN" dirty="0"/>
            <a:t>deliver</a:t>
          </a:r>
          <a:r>
            <a:rPr lang="en-US" b="1" dirty="0"/>
            <a:t> strong </a:t>
          </a:r>
          <a:r>
            <a:rPr lang="en-IN" b="1" dirty="0"/>
            <a:t>risk-adjusted returns.</a:t>
          </a:r>
        </a:p>
      </dgm:t>
    </dgm:pt>
    <dgm:pt modelId="{AA4BD411-24CB-49C1-8FD0-4EB18F803258}" type="parTrans" cxnId="{A9E69172-BAD6-4E63-8B7B-0E41251CD531}">
      <dgm:prSet/>
      <dgm:spPr/>
      <dgm:t>
        <a:bodyPr/>
        <a:lstStyle/>
        <a:p>
          <a:endParaRPr lang="en-IN"/>
        </a:p>
      </dgm:t>
    </dgm:pt>
    <dgm:pt modelId="{F14FFF8E-F8B6-47D6-8A8F-F7CBB9A79843}" type="sibTrans" cxnId="{A9E69172-BAD6-4E63-8B7B-0E41251CD531}">
      <dgm:prSet/>
      <dgm:spPr/>
      <dgm:t>
        <a:bodyPr/>
        <a:lstStyle/>
        <a:p>
          <a:endParaRPr lang="en-IN"/>
        </a:p>
      </dgm:t>
    </dgm:pt>
    <dgm:pt modelId="{6EEE8689-EBF3-42FF-9C3C-64567EF93AA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Aviation stocks show </a:t>
          </a:r>
          <a:r>
            <a:rPr lang="en-US" b="1" dirty="0"/>
            <a:t>high risk with weaker returns.</a:t>
          </a:r>
          <a:endParaRPr lang="en-US" dirty="0"/>
        </a:p>
      </dgm:t>
    </dgm:pt>
    <dgm:pt modelId="{1EDF6CD8-B294-4FE6-BE6E-E14406D317AD}" type="parTrans" cxnId="{776C9EE8-34FE-482E-BBDA-B7149FE17D75}">
      <dgm:prSet/>
      <dgm:spPr/>
      <dgm:t>
        <a:bodyPr/>
        <a:lstStyle/>
        <a:p>
          <a:endParaRPr lang="en-IN"/>
        </a:p>
      </dgm:t>
    </dgm:pt>
    <dgm:pt modelId="{AF4DF7C8-2B3C-4FD6-81C6-96E3447E688E}" type="sibTrans" cxnId="{776C9EE8-34FE-482E-BBDA-B7149FE17D75}">
      <dgm:prSet/>
      <dgm:spPr/>
      <dgm:t>
        <a:bodyPr/>
        <a:lstStyle/>
        <a:p>
          <a:endParaRPr lang="en-IN"/>
        </a:p>
      </dgm:t>
    </dgm:pt>
    <dgm:pt modelId="{697FDC35-8091-464B-B8DE-A421402A23AE}" type="pres">
      <dgm:prSet presAssocID="{6C5C2195-BBAB-42B0-9A7E-48B76E340E4D}" presName="Name0" presStyleCnt="0">
        <dgm:presLayoutVars>
          <dgm:dir/>
          <dgm:animLvl val="lvl"/>
          <dgm:resizeHandles val="exact"/>
        </dgm:presLayoutVars>
      </dgm:prSet>
      <dgm:spPr/>
    </dgm:pt>
    <dgm:pt modelId="{FB8C0FC0-60A0-4004-A3AD-D96473AA9C49}" type="pres">
      <dgm:prSet presAssocID="{6B964C89-1C25-4ACA-870C-B598E68189E4}" presName="linNode" presStyleCnt="0"/>
      <dgm:spPr/>
    </dgm:pt>
    <dgm:pt modelId="{59FF37EF-0BE7-4055-B6D1-E58F3C053BDF}" type="pres">
      <dgm:prSet presAssocID="{6B964C89-1C25-4ACA-870C-B598E68189E4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A87350A0-D94F-4AE1-8B9D-D04174E9832C}" type="pres">
      <dgm:prSet presAssocID="{6B964C89-1C25-4ACA-870C-B598E68189E4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71B7192D-D403-4863-9E12-87E234F2D838}" type="presOf" srcId="{6C5C2195-BBAB-42B0-9A7E-48B76E340E4D}" destId="{697FDC35-8091-464B-B8DE-A421402A23AE}" srcOrd="0" destOrd="0" presId="urn:microsoft.com/office/officeart/2005/8/layout/vList5"/>
    <dgm:cxn modelId="{105E9A38-3DA9-49F9-9893-55A648C944A3}" type="presOf" srcId="{020885CE-F259-400D-B124-6F6CC17F0764}" destId="{A87350A0-D94F-4AE1-8B9D-D04174E9832C}" srcOrd="0" destOrd="0" presId="urn:microsoft.com/office/officeart/2005/8/layout/vList5"/>
    <dgm:cxn modelId="{B9E5CB6F-0E98-480E-9789-860942809AF8}" srcId="{6C5C2195-BBAB-42B0-9A7E-48B76E340E4D}" destId="{6B964C89-1C25-4ACA-870C-B598E68189E4}" srcOrd="0" destOrd="0" parTransId="{356543C6-2AF9-421A-B42D-3B3F73E11EDF}" sibTransId="{8152B06B-7587-47FC-B3FE-4479BB1F4CB0}"/>
    <dgm:cxn modelId="{A9E69172-BAD6-4E63-8B7B-0E41251CD531}" srcId="{6B964C89-1C25-4ACA-870C-B598E68189E4}" destId="{020885CE-F259-400D-B124-6F6CC17F0764}" srcOrd="0" destOrd="0" parTransId="{AA4BD411-24CB-49C1-8FD0-4EB18F803258}" sibTransId="{F14FFF8E-F8B6-47D6-8A8F-F7CBB9A79843}"/>
    <dgm:cxn modelId="{2136378E-F282-48D1-A7EF-9211C3664EE8}" type="presOf" srcId="{6EEE8689-EBF3-42FF-9C3C-64567EF93AA2}" destId="{A87350A0-D94F-4AE1-8B9D-D04174E9832C}" srcOrd="0" destOrd="1" presId="urn:microsoft.com/office/officeart/2005/8/layout/vList5"/>
    <dgm:cxn modelId="{74129EE3-E512-41E6-BAF6-EFC5E96476D2}" type="presOf" srcId="{6B964C89-1C25-4ACA-870C-B598E68189E4}" destId="{59FF37EF-0BE7-4055-B6D1-E58F3C053BDF}" srcOrd="0" destOrd="0" presId="urn:microsoft.com/office/officeart/2005/8/layout/vList5"/>
    <dgm:cxn modelId="{776C9EE8-34FE-482E-BBDA-B7149FE17D75}" srcId="{6B964C89-1C25-4ACA-870C-B598E68189E4}" destId="{6EEE8689-EBF3-42FF-9C3C-64567EF93AA2}" srcOrd="1" destOrd="0" parTransId="{1EDF6CD8-B294-4FE6-BE6E-E14406D317AD}" sibTransId="{AF4DF7C8-2B3C-4FD6-81C6-96E3447E688E}"/>
    <dgm:cxn modelId="{AA659543-C908-4368-B018-C1423733352C}" type="presParOf" srcId="{697FDC35-8091-464B-B8DE-A421402A23AE}" destId="{FB8C0FC0-60A0-4004-A3AD-D96473AA9C49}" srcOrd="0" destOrd="0" presId="urn:microsoft.com/office/officeart/2005/8/layout/vList5"/>
    <dgm:cxn modelId="{0691621C-D72F-4B43-857C-FFFDEC3F57D7}" type="presParOf" srcId="{FB8C0FC0-60A0-4004-A3AD-D96473AA9C49}" destId="{59FF37EF-0BE7-4055-B6D1-E58F3C053BDF}" srcOrd="0" destOrd="0" presId="urn:microsoft.com/office/officeart/2005/8/layout/vList5"/>
    <dgm:cxn modelId="{042CB996-2444-4EE7-B6F0-3872F3FA06A9}" type="presParOf" srcId="{FB8C0FC0-60A0-4004-A3AD-D96473AA9C49}" destId="{A87350A0-D94F-4AE1-8B9D-D04174E9832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D022856-4047-4ABA-9489-F5E65172BC85}" type="doc">
      <dgm:prSet loTypeId="urn:microsoft.com/office/officeart/2005/8/layout/vList4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A4B5147-4ADB-45B5-955B-DD15B8A38009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IN" dirty="0"/>
            <a:t>Correlation Analysis</a:t>
          </a:r>
        </a:p>
      </dgm:t>
    </dgm:pt>
    <dgm:pt modelId="{F2783D1C-B7A8-44F4-8F46-427BBA1AF287}" type="parTrans" cxnId="{1365800A-A293-4E8B-9057-E1B324FA0DBC}">
      <dgm:prSet/>
      <dgm:spPr/>
      <dgm:t>
        <a:bodyPr/>
        <a:lstStyle/>
        <a:p>
          <a:endParaRPr lang="en-IN"/>
        </a:p>
      </dgm:t>
    </dgm:pt>
    <dgm:pt modelId="{D20185DF-7647-4DEE-A975-553B8E8BA6DD}" type="sibTrans" cxnId="{1365800A-A293-4E8B-9057-E1B324FA0DBC}">
      <dgm:prSet/>
      <dgm:spPr/>
      <dgm:t>
        <a:bodyPr/>
        <a:lstStyle/>
        <a:p>
          <a:endParaRPr lang="en-IN"/>
        </a:p>
      </dgm:t>
    </dgm:pt>
    <dgm:pt modelId="{3C777A50-D776-4B77-8D96-FF5FA94D907B}" type="pres">
      <dgm:prSet presAssocID="{2D022856-4047-4ABA-9489-F5E65172BC85}" presName="linear" presStyleCnt="0">
        <dgm:presLayoutVars>
          <dgm:dir/>
          <dgm:resizeHandles val="exact"/>
        </dgm:presLayoutVars>
      </dgm:prSet>
      <dgm:spPr/>
    </dgm:pt>
    <dgm:pt modelId="{03A4E6AE-8A6E-4850-A1C4-AD18F6925A63}" type="pres">
      <dgm:prSet presAssocID="{7A4B5147-4ADB-45B5-955B-DD15B8A38009}" presName="comp" presStyleCnt="0"/>
      <dgm:spPr/>
    </dgm:pt>
    <dgm:pt modelId="{E64B2173-4E5F-4D1C-B1F8-54462B43F8CE}" type="pres">
      <dgm:prSet presAssocID="{7A4B5147-4ADB-45B5-955B-DD15B8A38009}" presName="box" presStyleLbl="node1" presStyleIdx="0" presStyleCnt="1"/>
      <dgm:spPr/>
    </dgm:pt>
    <dgm:pt modelId="{EFEE89DA-E588-4C3A-BA88-352089C28E04}" type="pres">
      <dgm:prSet presAssocID="{7A4B5147-4ADB-45B5-955B-DD15B8A38009}" presName="img" presStyleLbl="fgImgPlace1" presStyleIdx="0" presStyleCnt="1" custScaleX="53771" custScaleY="94138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 with solid fill"/>
        </a:ext>
      </dgm:extLst>
    </dgm:pt>
    <dgm:pt modelId="{A3B31757-78BD-411F-80F1-DB439604B440}" type="pres">
      <dgm:prSet presAssocID="{7A4B5147-4ADB-45B5-955B-DD15B8A38009}" presName="text" presStyleLbl="node1" presStyleIdx="0" presStyleCnt="1">
        <dgm:presLayoutVars>
          <dgm:bulletEnabled val="1"/>
        </dgm:presLayoutVars>
      </dgm:prSet>
      <dgm:spPr/>
    </dgm:pt>
  </dgm:ptLst>
  <dgm:cxnLst>
    <dgm:cxn modelId="{1365800A-A293-4E8B-9057-E1B324FA0DBC}" srcId="{2D022856-4047-4ABA-9489-F5E65172BC85}" destId="{7A4B5147-4ADB-45B5-955B-DD15B8A38009}" srcOrd="0" destOrd="0" parTransId="{F2783D1C-B7A8-44F4-8F46-427BBA1AF287}" sibTransId="{D20185DF-7647-4DEE-A975-553B8E8BA6DD}"/>
    <dgm:cxn modelId="{8DE86966-EBCE-4D65-91BF-C4736AD4419D}" type="presOf" srcId="{2D022856-4047-4ABA-9489-F5E65172BC85}" destId="{3C777A50-D776-4B77-8D96-FF5FA94D907B}" srcOrd="0" destOrd="0" presId="urn:microsoft.com/office/officeart/2005/8/layout/vList4"/>
    <dgm:cxn modelId="{7DFD6777-C5E6-41A4-A3B4-851FC75F292A}" type="presOf" srcId="{7A4B5147-4ADB-45B5-955B-DD15B8A38009}" destId="{A3B31757-78BD-411F-80F1-DB439604B440}" srcOrd="1" destOrd="0" presId="urn:microsoft.com/office/officeart/2005/8/layout/vList4"/>
    <dgm:cxn modelId="{2FA0ACD5-1E45-4A5E-B233-7A0F1CB51FE3}" type="presOf" srcId="{7A4B5147-4ADB-45B5-955B-DD15B8A38009}" destId="{E64B2173-4E5F-4D1C-B1F8-54462B43F8CE}" srcOrd="0" destOrd="0" presId="urn:microsoft.com/office/officeart/2005/8/layout/vList4"/>
    <dgm:cxn modelId="{6165BCF9-F7C8-4CA4-A81E-84FB07C0ABFA}" type="presParOf" srcId="{3C777A50-D776-4B77-8D96-FF5FA94D907B}" destId="{03A4E6AE-8A6E-4850-A1C4-AD18F6925A63}" srcOrd="0" destOrd="0" presId="urn:microsoft.com/office/officeart/2005/8/layout/vList4"/>
    <dgm:cxn modelId="{8C5DD08A-1044-470A-8247-E774533BA2CF}" type="presParOf" srcId="{03A4E6AE-8A6E-4850-A1C4-AD18F6925A63}" destId="{E64B2173-4E5F-4D1C-B1F8-54462B43F8CE}" srcOrd="0" destOrd="0" presId="urn:microsoft.com/office/officeart/2005/8/layout/vList4"/>
    <dgm:cxn modelId="{D166B171-E1DE-48F5-8BB0-A0468A91DAFB}" type="presParOf" srcId="{03A4E6AE-8A6E-4850-A1C4-AD18F6925A63}" destId="{EFEE89DA-E588-4C3A-BA88-352089C28E04}" srcOrd="1" destOrd="0" presId="urn:microsoft.com/office/officeart/2005/8/layout/vList4"/>
    <dgm:cxn modelId="{51CBD8EA-8FBD-4F51-ACB9-64C043309F3F}" type="presParOf" srcId="{03A4E6AE-8A6E-4850-A1C4-AD18F6925A63}" destId="{A3B31757-78BD-411F-80F1-DB439604B440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EF67C70E-2144-4506-8412-8FA09C926E0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6795B8A-1604-494C-A407-62F225FC000C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sz="1800" b="1" dirty="0"/>
            <a:t>Key findings:</a:t>
          </a:r>
          <a:endParaRPr lang="en-IN" sz="1800" b="1" dirty="0"/>
        </a:p>
      </dgm:t>
    </dgm:pt>
    <dgm:pt modelId="{38BE89D5-D42E-4658-9D71-6489CAC22627}" type="parTrans" cxnId="{98769022-1D70-4AEE-BA55-C7B80AB5B8A3}">
      <dgm:prSet/>
      <dgm:spPr/>
      <dgm:t>
        <a:bodyPr/>
        <a:lstStyle/>
        <a:p>
          <a:endParaRPr lang="en-IN"/>
        </a:p>
      </dgm:t>
    </dgm:pt>
    <dgm:pt modelId="{D3650938-8C82-42C0-BF93-DED0C8D1F985}" type="sibTrans" cxnId="{98769022-1D70-4AEE-BA55-C7B80AB5B8A3}">
      <dgm:prSet/>
      <dgm:spPr/>
      <dgm:t>
        <a:bodyPr/>
        <a:lstStyle/>
        <a:p>
          <a:endParaRPr lang="en-IN"/>
        </a:p>
      </dgm:t>
    </dgm:pt>
    <dgm:pt modelId="{826CB429-B536-449E-A648-3B09B9DB5176}">
      <dgm:prSet custT="1"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1200" dirty="0"/>
            <a:t>Technology stocks show strong correlation</a:t>
          </a:r>
          <a:endParaRPr lang="en-IN" sz="1200" dirty="0"/>
        </a:p>
      </dgm:t>
    </dgm:pt>
    <dgm:pt modelId="{C87958D1-2653-45D3-8D50-00F03AC55FF2}" type="parTrans" cxnId="{8DAB6E8A-A496-4C44-9D98-86F3D8DB8C57}">
      <dgm:prSet/>
      <dgm:spPr>
        <a:ln>
          <a:solidFill>
            <a:schemeClr val="accent4"/>
          </a:solidFill>
        </a:ln>
      </dgm:spPr>
      <dgm:t>
        <a:bodyPr/>
        <a:lstStyle/>
        <a:p>
          <a:endParaRPr lang="en-IN"/>
        </a:p>
      </dgm:t>
    </dgm:pt>
    <dgm:pt modelId="{7D08615C-D4A0-436D-ADE7-77DD75908DAF}" type="sibTrans" cxnId="{8DAB6E8A-A496-4C44-9D98-86F3D8DB8C57}">
      <dgm:prSet/>
      <dgm:spPr/>
      <dgm:t>
        <a:bodyPr/>
        <a:lstStyle/>
        <a:p>
          <a:endParaRPr lang="en-IN"/>
        </a:p>
      </dgm:t>
    </dgm:pt>
    <dgm:pt modelId="{16FFC93A-F291-4E2E-B5BD-3EFB2AEC1422}">
      <dgm:prSet custT="1"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1200" dirty="0"/>
            <a:t>Banking stocks tend to move together</a:t>
          </a:r>
          <a:endParaRPr lang="en-IN" sz="1200" dirty="0"/>
        </a:p>
      </dgm:t>
    </dgm:pt>
    <dgm:pt modelId="{06170898-781C-47F0-B65D-DE6B70D76AE7}" type="parTrans" cxnId="{FA2971F1-84D5-442A-8DC2-C05058C23D24}">
      <dgm:prSet/>
      <dgm:spPr>
        <a:ln>
          <a:solidFill>
            <a:schemeClr val="accent4"/>
          </a:solidFill>
        </a:ln>
      </dgm:spPr>
      <dgm:t>
        <a:bodyPr/>
        <a:lstStyle/>
        <a:p>
          <a:endParaRPr lang="en-IN"/>
        </a:p>
      </dgm:t>
    </dgm:pt>
    <dgm:pt modelId="{4644E438-58C4-41D3-BF05-1887CA686D00}" type="sibTrans" cxnId="{FA2971F1-84D5-442A-8DC2-C05058C23D24}">
      <dgm:prSet/>
      <dgm:spPr/>
      <dgm:t>
        <a:bodyPr/>
        <a:lstStyle/>
        <a:p>
          <a:endParaRPr lang="en-IN"/>
        </a:p>
      </dgm:t>
    </dgm:pt>
    <dgm:pt modelId="{E49B56AD-52FA-4C9D-A9E3-89A9B60E7D9A}">
      <dgm:prSet custT="1"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1200" dirty="0"/>
            <a:t>Aviation stocks are highly correlated</a:t>
          </a:r>
          <a:endParaRPr lang="en-IN" sz="1200" dirty="0"/>
        </a:p>
      </dgm:t>
    </dgm:pt>
    <dgm:pt modelId="{28FD0181-2701-499F-9D09-D77EBCC4AC23}" type="parTrans" cxnId="{EDB70408-971A-49DC-B75D-F9C98A6AA3F1}">
      <dgm:prSet/>
      <dgm:spPr>
        <a:ln>
          <a:solidFill>
            <a:schemeClr val="accent4"/>
          </a:solidFill>
        </a:ln>
      </dgm:spPr>
      <dgm:t>
        <a:bodyPr/>
        <a:lstStyle/>
        <a:p>
          <a:endParaRPr lang="en-IN"/>
        </a:p>
      </dgm:t>
    </dgm:pt>
    <dgm:pt modelId="{58A24369-8446-4DBC-878E-7F2E30329244}" type="sibTrans" cxnId="{EDB70408-971A-49DC-B75D-F9C98A6AA3F1}">
      <dgm:prSet/>
      <dgm:spPr/>
      <dgm:t>
        <a:bodyPr/>
        <a:lstStyle/>
        <a:p>
          <a:endParaRPr lang="en-IN"/>
        </a:p>
      </dgm:t>
    </dgm:pt>
    <dgm:pt modelId="{3E8972C0-CD49-491F-AAF3-D8F9903413B7}">
      <dgm:prSet custT="1"/>
      <dgm:spPr>
        <a:solidFill>
          <a:schemeClr val="accent4">
            <a:lumMod val="20000"/>
            <a:lumOff val="80000"/>
            <a:alpha val="90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1200" dirty="0"/>
            <a:t>Pharmaceutical stocks show moderate correlation</a:t>
          </a:r>
          <a:endParaRPr lang="en-IN" sz="1200" dirty="0"/>
        </a:p>
      </dgm:t>
    </dgm:pt>
    <dgm:pt modelId="{5F8B7FBA-B3D2-4726-86CB-821ACAEEACA4}" type="parTrans" cxnId="{96206695-9E66-47A4-8FEE-C0085AB1BA69}">
      <dgm:prSet/>
      <dgm:spPr>
        <a:ln>
          <a:solidFill>
            <a:schemeClr val="accent4"/>
          </a:solidFill>
        </a:ln>
      </dgm:spPr>
      <dgm:t>
        <a:bodyPr/>
        <a:lstStyle/>
        <a:p>
          <a:endParaRPr lang="en-IN"/>
        </a:p>
      </dgm:t>
    </dgm:pt>
    <dgm:pt modelId="{2C6C9FCE-CFA3-455C-97DD-CAEDAA972F03}" type="sibTrans" cxnId="{96206695-9E66-47A4-8FEE-C0085AB1BA69}">
      <dgm:prSet/>
      <dgm:spPr/>
      <dgm:t>
        <a:bodyPr/>
        <a:lstStyle/>
        <a:p>
          <a:endParaRPr lang="en-IN"/>
        </a:p>
      </dgm:t>
    </dgm:pt>
    <dgm:pt modelId="{84EE6339-FA03-4C0E-B514-CCE384B6578B}" type="pres">
      <dgm:prSet presAssocID="{EF67C70E-2144-4506-8412-8FA09C926E0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0860EE7-923A-4154-AAD9-F8586D77A465}" type="pres">
      <dgm:prSet presAssocID="{06795B8A-1604-494C-A407-62F225FC000C}" presName="hierRoot1" presStyleCnt="0"/>
      <dgm:spPr/>
    </dgm:pt>
    <dgm:pt modelId="{06F1868E-8BA8-4944-92D5-1C3CAE3B42B5}" type="pres">
      <dgm:prSet presAssocID="{06795B8A-1604-494C-A407-62F225FC000C}" presName="composite" presStyleCnt="0"/>
      <dgm:spPr/>
    </dgm:pt>
    <dgm:pt modelId="{D3FAF4A2-569D-48F5-85A7-AA36D854278F}" type="pres">
      <dgm:prSet presAssocID="{06795B8A-1604-494C-A407-62F225FC000C}" presName="background" presStyleLbl="node0" presStyleIdx="0" presStyleCnt="1"/>
      <dgm:spPr>
        <a:solidFill>
          <a:schemeClr val="accent4">
            <a:lumMod val="75000"/>
          </a:schemeClr>
        </a:solidFill>
      </dgm:spPr>
    </dgm:pt>
    <dgm:pt modelId="{C2DE926D-E653-45E2-9FD6-0524D72CB6B8}" type="pres">
      <dgm:prSet presAssocID="{06795B8A-1604-494C-A407-62F225FC000C}" presName="text" presStyleLbl="fgAcc0" presStyleIdx="0" presStyleCnt="1">
        <dgm:presLayoutVars>
          <dgm:chPref val="3"/>
        </dgm:presLayoutVars>
      </dgm:prSet>
      <dgm:spPr/>
    </dgm:pt>
    <dgm:pt modelId="{1C7FBBB7-150D-418C-829F-13DDBA24685E}" type="pres">
      <dgm:prSet presAssocID="{06795B8A-1604-494C-A407-62F225FC000C}" presName="hierChild2" presStyleCnt="0"/>
      <dgm:spPr/>
    </dgm:pt>
    <dgm:pt modelId="{98ACA1F2-5CEE-427C-8036-F035D1CFA27F}" type="pres">
      <dgm:prSet presAssocID="{C87958D1-2653-45D3-8D50-00F03AC55FF2}" presName="Name10" presStyleLbl="parChTrans1D2" presStyleIdx="0" presStyleCnt="4"/>
      <dgm:spPr/>
    </dgm:pt>
    <dgm:pt modelId="{7DA72EA6-7EAC-4C76-9A44-1A7D3CE3D176}" type="pres">
      <dgm:prSet presAssocID="{826CB429-B536-449E-A648-3B09B9DB5176}" presName="hierRoot2" presStyleCnt="0"/>
      <dgm:spPr/>
    </dgm:pt>
    <dgm:pt modelId="{9351175A-EF61-41BE-B86E-FD09E910B23E}" type="pres">
      <dgm:prSet presAssocID="{826CB429-B536-449E-A648-3B09B9DB5176}" presName="composite2" presStyleCnt="0"/>
      <dgm:spPr/>
    </dgm:pt>
    <dgm:pt modelId="{7076CD1B-1876-40BE-9AC2-37028784E8FF}" type="pres">
      <dgm:prSet presAssocID="{826CB429-B536-449E-A648-3B09B9DB5176}" presName="background2" presStyleLbl="node2" presStyleIdx="0" presStyleCnt="4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</dgm:pt>
    <dgm:pt modelId="{51F29E08-8D19-4491-B73A-D159C1DA02A3}" type="pres">
      <dgm:prSet presAssocID="{826CB429-B536-449E-A648-3B09B9DB5176}" presName="text2" presStyleLbl="fgAcc2" presStyleIdx="0" presStyleCnt="4">
        <dgm:presLayoutVars>
          <dgm:chPref val="3"/>
        </dgm:presLayoutVars>
      </dgm:prSet>
      <dgm:spPr/>
    </dgm:pt>
    <dgm:pt modelId="{05EDC83F-1A82-4B34-93D0-222F583D11A5}" type="pres">
      <dgm:prSet presAssocID="{826CB429-B536-449E-A648-3B09B9DB5176}" presName="hierChild3" presStyleCnt="0"/>
      <dgm:spPr/>
    </dgm:pt>
    <dgm:pt modelId="{6A79C867-5C32-4F5A-A428-5D73E1678EFB}" type="pres">
      <dgm:prSet presAssocID="{06170898-781C-47F0-B65D-DE6B70D76AE7}" presName="Name10" presStyleLbl="parChTrans1D2" presStyleIdx="1" presStyleCnt="4"/>
      <dgm:spPr/>
    </dgm:pt>
    <dgm:pt modelId="{A7C64BBF-89DB-46D0-BF84-639122892DD9}" type="pres">
      <dgm:prSet presAssocID="{16FFC93A-F291-4E2E-B5BD-3EFB2AEC1422}" presName="hierRoot2" presStyleCnt="0"/>
      <dgm:spPr/>
    </dgm:pt>
    <dgm:pt modelId="{AB12C34F-4ABA-4786-8D51-8881912B148C}" type="pres">
      <dgm:prSet presAssocID="{16FFC93A-F291-4E2E-B5BD-3EFB2AEC1422}" presName="composite2" presStyleCnt="0"/>
      <dgm:spPr/>
    </dgm:pt>
    <dgm:pt modelId="{C6FAFF8A-39EE-46E0-B87C-4625FE17D777}" type="pres">
      <dgm:prSet presAssocID="{16FFC93A-F291-4E2E-B5BD-3EFB2AEC1422}" presName="background2" presStyleLbl="node2" presStyleIdx="1" presStyleCnt="4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</dgm:pt>
    <dgm:pt modelId="{F16A03E2-0547-4041-B0C5-A0257C1389A4}" type="pres">
      <dgm:prSet presAssocID="{16FFC93A-F291-4E2E-B5BD-3EFB2AEC1422}" presName="text2" presStyleLbl="fgAcc2" presStyleIdx="1" presStyleCnt="4">
        <dgm:presLayoutVars>
          <dgm:chPref val="3"/>
        </dgm:presLayoutVars>
      </dgm:prSet>
      <dgm:spPr/>
    </dgm:pt>
    <dgm:pt modelId="{9ED2F5D9-D833-45C8-9951-FE2BED8E4C59}" type="pres">
      <dgm:prSet presAssocID="{16FFC93A-F291-4E2E-B5BD-3EFB2AEC1422}" presName="hierChild3" presStyleCnt="0"/>
      <dgm:spPr/>
    </dgm:pt>
    <dgm:pt modelId="{9BE9C136-3E0E-473F-AFB6-667465C787F8}" type="pres">
      <dgm:prSet presAssocID="{28FD0181-2701-499F-9D09-D77EBCC4AC23}" presName="Name10" presStyleLbl="parChTrans1D2" presStyleIdx="2" presStyleCnt="4"/>
      <dgm:spPr/>
    </dgm:pt>
    <dgm:pt modelId="{49391A83-03AB-4C61-95A9-DC8FDC77CD57}" type="pres">
      <dgm:prSet presAssocID="{E49B56AD-52FA-4C9D-A9E3-89A9B60E7D9A}" presName="hierRoot2" presStyleCnt="0"/>
      <dgm:spPr/>
    </dgm:pt>
    <dgm:pt modelId="{A30A296F-38F2-4B91-AA05-A151FC32E077}" type="pres">
      <dgm:prSet presAssocID="{E49B56AD-52FA-4C9D-A9E3-89A9B60E7D9A}" presName="composite2" presStyleCnt="0"/>
      <dgm:spPr/>
    </dgm:pt>
    <dgm:pt modelId="{C4041B24-2BC5-4420-BEE2-DB8867B59DA2}" type="pres">
      <dgm:prSet presAssocID="{E49B56AD-52FA-4C9D-A9E3-89A9B60E7D9A}" presName="background2" presStyleLbl="node2" presStyleIdx="2" presStyleCnt="4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</dgm:pt>
    <dgm:pt modelId="{97D63689-FC5B-400D-95EF-3A4F95B0D047}" type="pres">
      <dgm:prSet presAssocID="{E49B56AD-52FA-4C9D-A9E3-89A9B60E7D9A}" presName="text2" presStyleLbl="fgAcc2" presStyleIdx="2" presStyleCnt="4">
        <dgm:presLayoutVars>
          <dgm:chPref val="3"/>
        </dgm:presLayoutVars>
      </dgm:prSet>
      <dgm:spPr/>
    </dgm:pt>
    <dgm:pt modelId="{10826BE4-641E-4B06-BE40-29AA89C0FD3C}" type="pres">
      <dgm:prSet presAssocID="{E49B56AD-52FA-4C9D-A9E3-89A9B60E7D9A}" presName="hierChild3" presStyleCnt="0"/>
      <dgm:spPr/>
    </dgm:pt>
    <dgm:pt modelId="{4F668F6B-BC66-4DB4-A41C-9473303E1BCF}" type="pres">
      <dgm:prSet presAssocID="{5F8B7FBA-B3D2-4726-86CB-821ACAEEACA4}" presName="Name10" presStyleLbl="parChTrans1D2" presStyleIdx="3" presStyleCnt="4"/>
      <dgm:spPr/>
    </dgm:pt>
    <dgm:pt modelId="{2C456A26-C429-400A-B3B4-4C2ACF7482EC}" type="pres">
      <dgm:prSet presAssocID="{3E8972C0-CD49-491F-AAF3-D8F9903413B7}" presName="hierRoot2" presStyleCnt="0"/>
      <dgm:spPr/>
    </dgm:pt>
    <dgm:pt modelId="{901E87AB-A08A-4A5B-BFD7-B017F55FCB74}" type="pres">
      <dgm:prSet presAssocID="{3E8972C0-CD49-491F-AAF3-D8F9903413B7}" presName="composite2" presStyleCnt="0"/>
      <dgm:spPr/>
    </dgm:pt>
    <dgm:pt modelId="{DC3E5D80-0D60-4E4D-9F1C-04A94EF66899}" type="pres">
      <dgm:prSet presAssocID="{3E8972C0-CD49-491F-AAF3-D8F9903413B7}" presName="background2" presStyleLbl="node2" presStyleIdx="3" presStyleCnt="4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</dgm:pt>
    <dgm:pt modelId="{B19E294B-F8D4-4367-94CC-FB21267F8143}" type="pres">
      <dgm:prSet presAssocID="{3E8972C0-CD49-491F-AAF3-D8F9903413B7}" presName="text2" presStyleLbl="fgAcc2" presStyleIdx="3" presStyleCnt="4">
        <dgm:presLayoutVars>
          <dgm:chPref val="3"/>
        </dgm:presLayoutVars>
      </dgm:prSet>
      <dgm:spPr/>
    </dgm:pt>
    <dgm:pt modelId="{BC0E7AD0-7773-4615-9375-06C1BBEBCBE2}" type="pres">
      <dgm:prSet presAssocID="{3E8972C0-CD49-491F-AAF3-D8F9903413B7}" presName="hierChild3" presStyleCnt="0"/>
      <dgm:spPr/>
    </dgm:pt>
  </dgm:ptLst>
  <dgm:cxnLst>
    <dgm:cxn modelId="{EDB70408-971A-49DC-B75D-F9C98A6AA3F1}" srcId="{06795B8A-1604-494C-A407-62F225FC000C}" destId="{E49B56AD-52FA-4C9D-A9E3-89A9B60E7D9A}" srcOrd="2" destOrd="0" parTransId="{28FD0181-2701-499F-9D09-D77EBCC4AC23}" sibTransId="{58A24369-8446-4DBC-878E-7F2E30329244}"/>
    <dgm:cxn modelId="{C5C59F1F-FF91-4D31-BC34-FA5306983388}" type="presOf" srcId="{C87958D1-2653-45D3-8D50-00F03AC55FF2}" destId="{98ACA1F2-5CEE-427C-8036-F035D1CFA27F}" srcOrd="0" destOrd="0" presId="urn:microsoft.com/office/officeart/2005/8/layout/hierarchy1"/>
    <dgm:cxn modelId="{EEA78920-3EFD-4C1B-A7C3-838E1DC10EA3}" type="presOf" srcId="{3E8972C0-CD49-491F-AAF3-D8F9903413B7}" destId="{B19E294B-F8D4-4367-94CC-FB21267F8143}" srcOrd="0" destOrd="0" presId="urn:microsoft.com/office/officeart/2005/8/layout/hierarchy1"/>
    <dgm:cxn modelId="{98769022-1D70-4AEE-BA55-C7B80AB5B8A3}" srcId="{EF67C70E-2144-4506-8412-8FA09C926E00}" destId="{06795B8A-1604-494C-A407-62F225FC000C}" srcOrd="0" destOrd="0" parTransId="{38BE89D5-D42E-4658-9D71-6489CAC22627}" sibTransId="{D3650938-8C82-42C0-BF93-DED0C8D1F985}"/>
    <dgm:cxn modelId="{5280DB34-6D4E-485C-9FA9-4C2007ED540A}" type="presOf" srcId="{5F8B7FBA-B3D2-4726-86CB-821ACAEEACA4}" destId="{4F668F6B-BC66-4DB4-A41C-9473303E1BCF}" srcOrd="0" destOrd="0" presId="urn:microsoft.com/office/officeart/2005/8/layout/hierarchy1"/>
    <dgm:cxn modelId="{37C5B83E-D995-40B2-B24B-B66151D4072C}" type="presOf" srcId="{06795B8A-1604-494C-A407-62F225FC000C}" destId="{C2DE926D-E653-45E2-9FD6-0524D72CB6B8}" srcOrd="0" destOrd="0" presId="urn:microsoft.com/office/officeart/2005/8/layout/hierarchy1"/>
    <dgm:cxn modelId="{9A03886D-6D35-4D54-BC51-9F3E3D77FF7B}" type="presOf" srcId="{16FFC93A-F291-4E2E-B5BD-3EFB2AEC1422}" destId="{F16A03E2-0547-4041-B0C5-A0257C1389A4}" srcOrd="0" destOrd="0" presId="urn:microsoft.com/office/officeart/2005/8/layout/hierarchy1"/>
    <dgm:cxn modelId="{A0D42780-48C7-40E7-A1B5-AE6D3C5A14AB}" type="presOf" srcId="{28FD0181-2701-499F-9D09-D77EBCC4AC23}" destId="{9BE9C136-3E0E-473F-AFB6-667465C787F8}" srcOrd="0" destOrd="0" presId="urn:microsoft.com/office/officeart/2005/8/layout/hierarchy1"/>
    <dgm:cxn modelId="{C6E8BB86-1819-41B8-AEEE-5FB8E633C315}" type="presOf" srcId="{EF67C70E-2144-4506-8412-8FA09C926E00}" destId="{84EE6339-FA03-4C0E-B514-CCE384B6578B}" srcOrd="0" destOrd="0" presId="urn:microsoft.com/office/officeart/2005/8/layout/hierarchy1"/>
    <dgm:cxn modelId="{8DAB6E8A-A496-4C44-9D98-86F3D8DB8C57}" srcId="{06795B8A-1604-494C-A407-62F225FC000C}" destId="{826CB429-B536-449E-A648-3B09B9DB5176}" srcOrd="0" destOrd="0" parTransId="{C87958D1-2653-45D3-8D50-00F03AC55FF2}" sibTransId="{7D08615C-D4A0-436D-ADE7-77DD75908DAF}"/>
    <dgm:cxn modelId="{297FC091-9BEF-4BBA-A80A-DAAEAC4A8D46}" type="presOf" srcId="{826CB429-B536-449E-A648-3B09B9DB5176}" destId="{51F29E08-8D19-4491-B73A-D159C1DA02A3}" srcOrd="0" destOrd="0" presId="urn:microsoft.com/office/officeart/2005/8/layout/hierarchy1"/>
    <dgm:cxn modelId="{96206695-9E66-47A4-8FEE-C0085AB1BA69}" srcId="{06795B8A-1604-494C-A407-62F225FC000C}" destId="{3E8972C0-CD49-491F-AAF3-D8F9903413B7}" srcOrd="3" destOrd="0" parTransId="{5F8B7FBA-B3D2-4726-86CB-821ACAEEACA4}" sibTransId="{2C6C9FCE-CFA3-455C-97DD-CAEDAA972F03}"/>
    <dgm:cxn modelId="{CE08C9BA-6A4F-4723-95DD-AF06A4EF6325}" type="presOf" srcId="{06170898-781C-47F0-B65D-DE6B70D76AE7}" destId="{6A79C867-5C32-4F5A-A428-5D73E1678EFB}" srcOrd="0" destOrd="0" presId="urn:microsoft.com/office/officeart/2005/8/layout/hierarchy1"/>
    <dgm:cxn modelId="{FA2971F1-84D5-442A-8DC2-C05058C23D24}" srcId="{06795B8A-1604-494C-A407-62F225FC000C}" destId="{16FFC93A-F291-4E2E-B5BD-3EFB2AEC1422}" srcOrd="1" destOrd="0" parTransId="{06170898-781C-47F0-B65D-DE6B70D76AE7}" sibTransId="{4644E438-58C4-41D3-BF05-1887CA686D00}"/>
    <dgm:cxn modelId="{8A85EEF2-82DC-4F62-BDBE-96FBB7FEE201}" type="presOf" srcId="{E49B56AD-52FA-4C9D-A9E3-89A9B60E7D9A}" destId="{97D63689-FC5B-400D-95EF-3A4F95B0D047}" srcOrd="0" destOrd="0" presId="urn:microsoft.com/office/officeart/2005/8/layout/hierarchy1"/>
    <dgm:cxn modelId="{B3760D4B-B604-4D65-B393-4AAFDACBF7EB}" type="presParOf" srcId="{84EE6339-FA03-4C0E-B514-CCE384B6578B}" destId="{70860EE7-923A-4154-AAD9-F8586D77A465}" srcOrd="0" destOrd="0" presId="urn:microsoft.com/office/officeart/2005/8/layout/hierarchy1"/>
    <dgm:cxn modelId="{713DAE02-0A88-47D4-9EB8-6D3C4BE16F7E}" type="presParOf" srcId="{70860EE7-923A-4154-AAD9-F8586D77A465}" destId="{06F1868E-8BA8-4944-92D5-1C3CAE3B42B5}" srcOrd="0" destOrd="0" presId="urn:microsoft.com/office/officeart/2005/8/layout/hierarchy1"/>
    <dgm:cxn modelId="{E75A3F58-4655-409D-83F6-3A9AC243ACDC}" type="presParOf" srcId="{06F1868E-8BA8-4944-92D5-1C3CAE3B42B5}" destId="{D3FAF4A2-569D-48F5-85A7-AA36D854278F}" srcOrd="0" destOrd="0" presId="urn:microsoft.com/office/officeart/2005/8/layout/hierarchy1"/>
    <dgm:cxn modelId="{E7FE3A76-D382-4633-82E4-504368EAE7C8}" type="presParOf" srcId="{06F1868E-8BA8-4944-92D5-1C3CAE3B42B5}" destId="{C2DE926D-E653-45E2-9FD6-0524D72CB6B8}" srcOrd="1" destOrd="0" presId="urn:microsoft.com/office/officeart/2005/8/layout/hierarchy1"/>
    <dgm:cxn modelId="{AB324F56-5DA2-47D1-B7D1-C78F3EAD0337}" type="presParOf" srcId="{70860EE7-923A-4154-AAD9-F8586D77A465}" destId="{1C7FBBB7-150D-418C-829F-13DDBA24685E}" srcOrd="1" destOrd="0" presId="urn:microsoft.com/office/officeart/2005/8/layout/hierarchy1"/>
    <dgm:cxn modelId="{267317F5-7E6D-4035-A0FC-6E09D87BBD3D}" type="presParOf" srcId="{1C7FBBB7-150D-418C-829F-13DDBA24685E}" destId="{98ACA1F2-5CEE-427C-8036-F035D1CFA27F}" srcOrd="0" destOrd="0" presId="urn:microsoft.com/office/officeart/2005/8/layout/hierarchy1"/>
    <dgm:cxn modelId="{AB75FEED-91E1-4AE9-AB3E-D6DCF42992E6}" type="presParOf" srcId="{1C7FBBB7-150D-418C-829F-13DDBA24685E}" destId="{7DA72EA6-7EAC-4C76-9A44-1A7D3CE3D176}" srcOrd="1" destOrd="0" presId="urn:microsoft.com/office/officeart/2005/8/layout/hierarchy1"/>
    <dgm:cxn modelId="{223E7CD9-7444-49B1-9CFB-921DCFF9094C}" type="presParOf" srcId="{7DA72EA6-7EAC-4C76-9A44-1A7D3CE3D176}" destId="{9351175A-EF61-41BE-B86E-FD09E910B23E}" srcOrd="0" destOrd="0" presId="urn:microsoft.com/office/officeart/2005/8/layout/hierarchy1"/>
    <dgm:cxn modelId="{D2F53AC4-704A-4C16-85E5-9609A67DCBF7}" type="presParOf" srcId="{9351175A-EF61-41BE-B86E-FD09E910B23E}" destId="{7076CD1B-1876-40BE-9AC2-37028784E8FF}" srcOrd="0" destOrd="0" presId="urn:microsoft.com/office/officeart/2005/8/layout/hierarchy1"/>
    <dgm:cxn modelId="{666BCA4D-5DC4-44F5-B51F-86D13D4DF4D9}" type="presParOf" srcId="{9351175A-EF61-41BE-B86E-FD09E910B23E}" destId="{51F29E08-8D19-4491-B73A-D159C1DA02A3}" srcOrd="1" destOrd="0" presId="urn:microsoft.com/office/officeart/2005/8/layout/hierarchy1"/>
    <dgm:cxn modelId="{D8303E0A-2C84-4935-AA82-53CFEF9F7D23}" type="presParOf" srcId="{7DA72EA6-7EAC-4C76-9A44-1A7D3CE3D176}" destId="{05EDC83F-1A82-4B34-93D0-222F583D11A5}" srcOrd="1" destOrd="0" presId="urn:microsoft.com/office/officeart/2005/8/layout/hierarchy1"/>
    <dgm:cxn modelId="{E64B4C22-4474-421C-A145-BDA021D03848}" type="presParOf" srcId="{1C7FBBB7-150D-418C-829F-13DDBA24685E}" destId="{6A79C867-5C32-4F5A-A428-5D73E1678EFB}" srcOrd="2" destOrd="0" presId="urn:microsoft.com/office/officeart/2005/8/layout/hierarchy1"/>
    <dgm:cxn modelId="{E0F0AB24-BD4D-42B1-836D-23848A4E2A43}" type="presParOf" srcId="{1C7FBBB7-150D-418C-829F-13DDBA24685E}" destId="{A7C64BBF-89DB-46D0-BF84-639122892DD9}" srcOrd="3" destOrd="0" presId="urn:microsoft.com/office/officeart/2005/8/layout/hierarchy1"/>
    <dgm:cxn modelId="{AB70EEB0-6271-491A-A471-58B65EED1837}" type="presParOf" srcId="{A7C64BBF-89DB-46D0-BF84-639122892DD9}" destId="{AB12C34F-4ABA-4786-8D51-8881912B148C}" srcOrd="0" destOrd="0" presId="urn:microsoft.com/office/officeart/2005/8/layout/hierarchy1"/>
    <dgm:cxn modelId="{617089FA-191F-438D-8807-8F7CF1A6FA3D}" type="presParOf" srcId="{AB12C34F-4ABA-4786-8D51-8881912B148C}" destId="{C6FAFF8A-39EE-46E0-B87C-4625FE17D777}" srcOrd="0" destOrd="0" presId="urn:microsoft.com/office/officeart/2005/8/layout/hierarchy1"/>
    <dgm:cxn modelId="{DCA21E7F-2EDD-4D16-B991-2D4DFECC8768}" type="presParOf" srcId="{AB12C34F-4ABA-4786-8D51-8881912B148C}" destId="{F16A03E2-0547-4041-B0C5-A0257C1389A4}" srcOrd="1" destOrd="0" presId="urn:microsoft.com/office/officeart/2005/8/layout/hierarchy1"/>
    <dgm:cxn modelId="{5300CA18-FE59-428D-A41E-7E7AB24D552E}" type="presParOf" srcId="{A7C64BBF-89DB-46D0-BF84-639122892DD9}" destId="{9ED2F5D9-D833-45C8-9951-FE2BED8E4C59}" srcOrd="1" destOrd="0" presId="urn:microsoft.com/office/officeart/2005/8/layout/hierarchy1"/>
    <dgm:cxn modelId="{3473FBD2-7578-476D-BD02-7AA107538D77}" type="presParOf" srcId="{1C7FBBB7-150D-418C-829F-13DDBA24685E}" destId="{9BE9C136-3E0E-473F-AFB6-667465C787F8}" srcOrd="4" destOrd="0" presId="urn:microsoft.com/office/officeart/2005/8/layout/hierarchy1"/>
    <dgm:cxn modelId="{5F7421C2-49D7-4F9C-8AEC-C2658C669DD8}" type="presParOf" srcId="{1C7FBBB7-150D-418C-829F-13DDBA24685E}" destId="{49391A83-03AB-4C61-95A9-DC8FDC77CD57}" srcOrd="5" destOrd="0" presId="urn:microsoft.com/office/officeart/2005/8/layout/hierarchy1"/>
    <dgm:cxn modelId="{E9EC46F3-B89B-4306-9D3B-4F0D9DEEBBAC}" type="presParOf" srcId="{49391A83-03AB-4C61-95A9-DC8FDC77CD57}" destId="{A30A296F-38F2-4B91-AA05-A151FC32E077}" srcOrd="0" destOrd="0" presId="urn:microsoft.com/office/officeart/2005/8/layout/hierarchy1"/>
    <dgm:cxn modelId="{FAEE644E-F7F4-46AB-8E81-3422C2650E44}" type="presParOf" srcId="{A30A296F-38F2-4B91-AA05-A151FC32E077}" destId="{C4041B24-2BC5-4420-BEE2-DB8867B59DA2}" srcOrd="0" destOrd="0" presId="urn:microsoft.com/office/officeart/2005/8/layout/hierarchy1"/>
    <dgm:cxn modelId="{3BB967CA-6170-4BF0-B24C-AD83E213C414}" type="presParOf" srcId="{A30A296F-38F2-4B91-AA05-A151FC32E077}" destId="{97D63689-FC5B-400D-95EF-3A4F95B0D047}" srcOrd="1" destOrd="0" presId="urn:microsoft.com/office/officeart/2005/8/layout/hierarchy1"/>
    <dgm:cxn modelId="{546F10E3-1901-4D99-9D0B-09A21965B70F}" type="presParOf" srcId="{49391A83-03AB-4C61-95A9-DC8FDC77CD57}" destId="{10826BE4-641E-4B06-BE40-29AA89C0FD3C}" srcOrd="1" destOrd="0" presId="urn:microsoft.com/office/officeart/2005/8/layout/hierarchy1"/>
    <dgm:cxn modelId="{C35A0B96-D256-405E-BC17-C5018C07515D}" type="presParOf" srcId="{1C7FBBB7-150D-418C-829F-13DDBA24685E}" destId="{4F668F6B-BC66-4DB4-A41C-9473303E1BCF}" srcOrd="6" destOrd="0" presId="urn:microsoft.com/office/officeart/2005/8/layout/hierarchy1"/>
    <dgm:cxn modelId="{F8CCF83C-4F88-4706-8B46-05548F52FB44}" type="presParOf" srcId="{1C7FBBB7-150D-418C-829F-13DDBA24685E}" destId="{2C456A26-C429-400A-B3B4-4C2ACF7482EC}" srcOrd="7" destOrd="0" presId="urn:microsoft.com/office/officeart/2005/8/layout/hierarchy1"/>
    <dgm:cxn modelId="{72B1316B-38CF-4B41-B0A4-F024125D6A8F}" type="presParOf" srcId="{2C456A26-C429-400A-B3B4-4C2ACF7482EC}" destId="{901E87AB-A08A-4A5B-BFD7-B017F55FCB74}" srcOrd="0" destOrd="0" presId="urn:microsoft.com/office/officeart/2005/8/layout/hierarchy1"/>
    <dgm:cxn modelId="{D604B708-F6EC-41F1-9255-28929F7B8E08}" type="presParOf" srcId="{901E87AB-A08A-4A5B-BFD7-B017F55FCB74}" destId="{DC3E5D80-0D60-4E4D-9F1C-04A94EF66899}" srcOrd="0" destOrd="0" presId="urn:microsoft.com/office/officeart/2005/8/layout/hierarchy1"/>
    <dgm:cxn modelId="{47488457-AAEB-4F91-BA06-F54824CEB981}" type="presParOf" srcId="{901E87AB-A08A-4A5B-BFD7-B017F55FCB74}" destId="{B19E294B-F8D4-4367-94CC-FB21267F8143}" srcOrd="1" destOrd="0" presId="urn:microsoft.com/office/officeart/2005/8/layout/hierarchy1"/>
    <dgm:cxn modelId="{A229B532-7481-4A82-AC66-BD37CEAD35CF}" type="presParOf" srcId="{2C456A26-C429-400A-B3B4-4C2ACF7482EC}" destId="{BC0E7AD0-7773-4615-9375-06C1BBEBCBE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4CFA9DF7-7786-4E0A-8645-D5757F42C4F0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E1A64D0-A6E1-4312-B451-EC6022B63A27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2400" dirty="0"/>
            <a:t>Insight:</a:t>
          </a:r>
          <a:endParaRPr lang="en-IN" sz="2400" dirty="0"/>
        </a:p>
      </dgm:t>
    </dgm:pt>
    <dgm:pt modelId="{4F9DB097-418D-48A7-B318-6FD9E9B8971F}" type="parTrans" cxnId="{D130D0CA-17F5-4EE2-878B-C2BB92EFF1F4}">
      <dgm:prSet/>
      <dgm:spPr/>
      <dgm:t>
        <a:bodyPr/>
        <a:lstStyle/>
        <a:p>
          <a:endParaRPr lang="en-IN"/>
        </a:p>
      </dgm:t>
    </dgm:pt>
    <dgm:pt modelId="{2C4E2FB9-F5D6-4996-9EEE-6C479A2BFF09}" type="sibTrans" cxnId="{D130D0CA-17F5-4EE2-878B-C2BB92EFF1F4}">
      <dgm:prSet/>
      <dgm:spPr/>
      <dgm:t>
        <a:bodyPr/>
        <a:lstStyle/>
        <a:p>
          <a:endParaRPr lang="en-IN"/>
        </a:p>
      </dgm:t>
    </dgm:pt>
    <dgm:pt modelId="{713120A1-E307-41F7-A650-753DA2C98536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2000" dirty="0"/>
            <a:t>Diversifying across sectors helps reduce portfolio risk because stocks within the same sector move together</a:t>
          </a:r>
          <a:r>
            <a:rPr lang="en-US" sz="1800" dirty="0"/>
            <a:t>.</a:t>
          </a:r>
          <a:endParaRPr lang="en-IN" sz="1800" dirty="0"/>
        </a:p>
      </dgm:t>
    </dgm:pt>
    <dgm:pt modelId="{7BB4C7D6-9C7C-43AB-B914-E3C6A8051630}" type="parTrans" cxnId="{38F5E2D2-D9EF-4E2E-BC4A-1B335DE850B6}">
      <dgm:prSet/>
      <dgm:spPr/>
      <dgm:t>
        <a:bodyPr/>
        <a:lstStyle/>
        <a:p>
          <a:endParaRPr lang="en-IN"/>
        </a:p>
      </dgm:t>
    </dgm:pt>
    <dgm:pt modelId="{8575E942-C7F6-48A5-82AA-62AC715A9A9E}" type="sibTrans" cxnId="{38F5E2D2-D9EF-4E2E-BC4A-1B335DE850B6}">
      <dgm:prSet/>
      <dgm:spPr/>
      <dgm:t>
        <a:bodyPr/>
        <a:lstStyle/>
        <a:p>
          <a:endParaRPr lang="en-IN"/>
        </a:p>
      </dgm:t>
    </dgm:pt>
    <dgm:pt modelId="{AFECB4C8-B1E5-41AD-B7ED-A840B0DC850F}" type="pres">
      <dgm:prSet presAssocID="{4CFA9DF7-7786-4E0A-8645-D5757F42C4F0}" presName="Name0" presStyleCnt="0">
        <dgm:presLayoutVars>
          <dgm:dir/>
          <dgm:resizeHandles val="exact"/>
        </dgm:presLayoutVars>
      </dgm:prSet>
      <dgm:spPr/>
    </dgm:pt>
    <dgm:pt modelId="{AC91ADB9-E7B8-4BC6-849C-797D39DF240E}" type="pres">
      <dgm:prSet presAssocID="{CE1A64D0-A6E1-4312-B451-EC6022B63A27}" presName="parAndChTx" presStyleLbl="node1" presStyleIdx="0" presStyleCnt="1">
        <dgm:presLayoutVars>
          <dgm:bulletEnabled val="1"/>
        </dgm:presLayoutVars>
      </dgm:prSet>
      <dgm:spPr/>
    </dgm:pt>
  </dgm:ptLst>
  <dgm:cxnLst>
    <dgm:cxn modelId="{A65FC143-68C2-4BA7-9705-1AE63AC0FA17}" type="presOf" srcId="{4CFA9DF7-7786-4E0A-8645-D5757F42C4F0}" destId="{AFECB4C8-B1E5-41AD-B7ED-A840B0DC850F}" srcOrd="0" destOrd="0" presId="urn:microsoft.com/office/officeart/2005/8/layout/hChevron3"/>
    <dgm:cxn modelId="{5C783A6E-0593-493E-A572-6AE5A3CF0B21}" type="presOf" srcId="{713120A1-E307-41F7-A650-753DA2C98536}" destId="{AC91ADB9-E7B8-4BC6-849C-797D39DF240E}" srcOrd="0" destOrd="1" presId="urn:microsoft.com/office/officeart/2005/8/layout/hChevron3"/>
    <dgm:cxn modelId="{D130D0CA-17F5-4EE2-878B-C2BB92EFF1F4}" srcId="{4CFA9DF7-7786-4E0A-8645-D5757F42C4F0}" destId="{CE1A64D0-A6E1-4312-B451-EC6022B63A27}" srcOrd="0" destOrd="0" parTransId="{4F9DB097-418D-48A7-B318-6FD9E9B8971F}" sibTransId="{2C4E2FB9-F5D6-4996-9EEE-6C479A2BFF09}"/>
    <dgm:cxn modelId="{38F5E2D2-D9EF-4E2E-BC4A-1B335DE850B6}" srcId="{CE1A64D0-A6E1-4312-B451-EC6022B63A27}" destId="{713120A1-E307-41F7-A650-753DA2C98536}" srcOrd="0" destOrd="0" parTransId="{7BB4C7D6-9C7C-43AB-B914-E3C6A8051630}" sibTransId="{8575E942-C7F6-48A5-82AA-62AC715A9A9E}"/>
    <dgm:cxn modelId="{3F5564D6-AA36-482D-B909-243A61BC71DD}" type="presOf" srcId="{CE1A64D0-A6E1-4312-B451-EC6022B63A27}" destId="{AC91ADB9-E7B8-4BC6-849C-797D39DF240E}" srcOrd="0" destOrd="0" presId="urn:microsoft.com/office/officeart/2005/8/layout/hChevron3"/>
    <dgm:cxn modelId="{D8455B23-44E3-44BE-BC46-609482C18A9A}" type="presParOf" srcId="{AFECB4C8-B1E5-41AD-B7ED-A840B0DC850F}" destId="{AC91ADB9-E7B8-4BC6-849C-797D39DF240E}" srcOrd="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95A2B3D6-77AD-461E-A303-F048E9C5DA77}" type="doc">
      <dgm:prSet loTypeId="urn:microsoft.com/office/officeart/2005/8/layout/target3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98FF294-0048-4E67-92F1-B993C3521ADC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IN" dirty="0">
              <a:solidFill>
                <a:schemeClr val="bg1"/>
              </a:solidFill>
            </a:rPr>
            <a:t>Portfolio Construction</a:t>
          </a:r>
        </a:p>
      </dgm:t>
    </dgm:pt>
    <dgm:pt modelId="{8153CE8D-B469-42B2-8CA3-A3923CBC068B}" type="parTrans" cxnId="{FC295B3C-6CB1-48B4-B588-19DE44630F9B}">
      <dgm:prSet/>
      <dgm:spPr/>
      <dgm:t>
        <a:bodyPr/>
        <a:lstStyle/>
        <a:p>
          <a:endParaRPr lang="en-IN"/>
        </a:p>
      </dgm:t>
    </dgm:pt>
    <dgm:pt modelId="{5BE422CC-69D9-4138-8DF6-6445718A9D81}" type="sibTrans" cxnId="{FC295B3C-6CB1-48B4-B588-19DE44630F9B}">
      <dgm:prSet/>
      <dgm:spPr/>
      <dgm:t>
        <a:bodyPr/>
        <a:lstStyle/>
        <a:p>
          <a:endParaRPr lang="en-IN"/>
        </a:p>
      </dgm:t>
    </dgm:pt>
    <dgm:pt modelId="{A7602612-BD88-4A8E-B6A2-8C19B17AA62B}" type="pres">
      <dgm:prSet presAssocID="{95A2B3D6-77AD-461E-A303-F048E9C5DA77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67D437AE-11FA-4614-97F0-4432A9AC4156}" type="pres">
      <dgm:prSet presAssocID="{F98FF294-0048-4E67-92F1-B993C3521ADC}" presName="circle1" presStyleLbl="node1" presStyleIdx="0" presStyleCnt="1"/>
      <dgm:spPr>
        <a:solidFill>
          <a:schemeClr val="accent4">
            <a:lumMod val="50000"/>
          </a:schemeClr>
        </a:solidFill>
      </dgm:spPr>
    </dgm:pt>
    <dgm:pt modelId="{8AC2FE7B-D0A4-4A8F-8F8C-58207407E32F}" type="pres">
      <dgm:prSet presAssocID="{F98FF294-0048-4E67-92F1-B993C3521ADC}" presName="space" presStyleCnt="0"/>
      <dgm:spPr/>
    </dgm:pt>
    <dgm:pt modelId="{A64D4EC1-F9BD-40E6-BD0C-14505D3632D1}" type="pres">
      <dgm:prSet presAssocID="{F98FF294-0048-4E67-92F1-B993C3521ADC}" presName="rect1" presStyleLbl="alignAcc1" presStyleIdx="0" presStyleCnt="1"/>
      <dgm:spPr/>
    </dgm:pt>
    <dgm:pt modelId="{1BE38E6C-5B72-477C-AF58-0515AA6A856F}" type="pres">
      <dgm:prSet presAssocID="{F98FF294-0048-4E67-92F1-B993C3521ADC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04881D01-08D3-42E7-8881-6581DE236C79}" type="presOf" srcId="{F98FF294-0048-4E67-92F1-B993C3521ADC}" destId="{A64D4EC1-F9BD-40E6-BD0C-14505D3632D1}" srcOrd="0" destOrd="0" presId="urn:microsoft.com/office/officeart/2005/8/layout/target3"/>
    <dgm:cxn modelId="{58C23A23-4FB1-4301-8E86-B8AB62DF446B}" type="presOf" srcId="{95A2B3D6-77AD-461E-A303-F048E9C5DA77}" destId="{A7602612-BD88-4A8E-B6A2-8C19B17AA62B}" srcOrd="0" destOrd="0" presId="urn:microsoft.com/office/officeart/2005/8/layout/target3"/>
    <dgm:cxn modelId="{FC295B3C-6CB1-48B4-B588-19DE44630F9B}" srcId="{95A2B3D6-77AD-461E-A303-F048E9C5DA77}" destId="{F98FF294-0048-4E67-92F1-B993C3521ADC}" srcOrd="0" destOrd="0" parTransId="{8153CE8D-B469-42B2-8CA3-A3923CBC068B}" sibTransId="{5BE422CC-69D9-4138-8DF6-6445718A9D81}"/>
    <dgm:cxn modelId="{59AF458C-1BDE-4E54-91EE-48CCE0BE1646}" type="presOf" srcId="{F98FF294-0048-4E67-92F1-B993C3521ADC}" destId="{1BE38E6C-5B72-477C-AF58-0515AA6A856F}" srcOrd="1" destOrd="0" presId="urn:microsoft.com/office/officeart/2005/8/layout/target3"/>
    <dgm:cxn modelId="{359416EB-405C-4499-92B0-1C9F383AC6EA}" type="presParOf" srcId="{A7602612-BD88-4A8E-B6A2-8C19B17AA62B}" destId="{67D437AE-11FA-4614-97F0-4432A9AC4156}" srcOrd="0" destOrd="0" presId="urn:microsoft.com/office/officeart/2005/8/layout/target3"/>
    <dgm:cxn modelId="{A14644D4-F9DA-4A0E-B712-FF81E9A50D98}" type="presParOf" srcId="{A7602612-BD88-4A8E-B6A2-8C19B17AA62B}" destId="{8AC2FE7B-D0A4-4A8F-8F8C-58207407E32F}" srcOrd="1" destOrd="0" presId="urn:microsoft.com/office/officeart/2005/8/layout/target3"/>
    <dgm:cxn modelId="{82B045F1-A410-4E7A-9B30-71AC0C3FD402}" type="presParOf" srcId="{A7602612-BD88-4A8E-B6A2-8C19B17AA62B}" destId="{A64D4EC1-F9BD-40E6-BD0C-14505D3632D1}" srcOrd="2" destOrd="0" presId="urn:microsoft.com/office/officeart/2005/8/layout/target3"/>
    <dgm:cxn modelId="{C6D6F7B9-AC09-4382-9963-B0AADEF3FE03}" type="presParOf" srcId="{A7602612-BD88-4A8E-B6A2-8C19B17AA62B}" destId="{1BE38E6C-5B72-477C-AF58-0515AA6A856F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B7ACAF7-03DC-49E3-B7F9-8826A0B33633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CE43228-8241-48BD-A8FD-669C175FBADD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IN" b="1"/>
            <a:t>Patrick’s Portfolio (Conservative)</a:t>
          </a:r>
          <a:endParaRPr lang="en-IN"/>
        </a:p>
      </dgm:t>
    </dgm:pt>
    <dgm:pt modelId="{574FFA37-DD9A-4CF2-BA86-DD46B2484020}" type="parTrans" cxnId="{A8AADA5A-F9E4-474B-A9E6-24628D7D6FA4}">
      <dgm:prSet/>
      <dgm:spPr/>
      <dgm:t>
        <a:bodyPr/>
        <a:lstStyle/>
        <a:p>
          <a:endParaRPr lang="en-IN"/>
        </a:p>
      </dgm:t>
    </dgm:pt>
    <dgm:pt modelId="{8937D2B3-D357-471A-8EF5-4E357B40A271}" type="sibTrans" cxnId="{A8AADA5A-F9E4-474B-A9E6-24628D7D6FA4}">
      <dgm:prSet/>
      <dgm:spPr/>
      <dgm:t>
        <a:bodyPr/>
        <a:lstStyle/>
        <a:p>
          <a:endParaRPr lang="en-IN"/>
        </a:p>
      </dgm:t>
    </dgm:pt>
    <dgm:pt modelId="{8E9B06B8-CDCF-4AF4-A8CC-097291C6F44D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600"/>
            <a:t>Stocks Selected:</a:t>
          </a:r>
        </a:p>
      </dgm:t>
    </dgm:pt>
    <dgm:pt modelId="{E24F2C02-F95E-4E6E-B2A2-CF555CA57993}" type="parTrans" cxnId="{E14239D2-5F6A-4588-8332-83E5F0C52545}">
      <dgm:prSet/>
      <dgm:spPr/>
      <dgm:t>
        <a:bodyPr/>
        <a:lstStyle/>
        <a:p>
          <a:endParaRPr lang="en-IN"/>
        </a:p>
      </dgm:t>
    </dgm:pt>
    <dgm:pt modelId="{58C7540D-9BB2-4827-BCF3-8849D7B0C173}" type="sibTrans" cxnId="{E14239D2-5F6A-4588-8332-83E5F0C52545}">
      <dgm:prSet/>
      <dgm:spPr/>
      <dgm:t>
        <a:bodyPr/>
        <a:lstStyle/>
        <a:p>
          <a:endParaRPr lang="en-IN"/>
        </a:p>
      </dgm:t>
    </dgm:pt>
    <dgm:pt modelId="{D6069428-9128-4BF4-A7F9-0A1B9BD109E3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600" b="1" dirty="0"/>
            <a:t>JNJ</a:t>
          </a:r>
        </a:p>
      </dgm:t>
    </dgm:pt>
    <dgm:pt modelId="{6AE7FB93-3C94-491B-8735-24417ADCCE58}" type="parTrans" cxnId="{A17384B1-EA9E-4811-AFB8-46D6CE526B52}">
      <dgm:prSet/>
      <dgm:spPr/>
      <dgm:t>
        <a:bodyPr/>
        <a:lstStyle/>
        <a:p>
          <a:endParaRPr lang="en-IN"/>
        </a:p>
      </dgm:t>
    </dgm:pt>
    <dgm:pt modelId="{49DCC3CE-6663-4EAF-8EAE-729773025B55}" type="sibTrans" cxnId="{A17384B1-EA9E-4811-AFB8-46D6CE526B52}">
      <dgm:prSet/>
      <dgm:spPr/>
      <dgm:t>
        <a:bodyPr/>
        <a:lstStyle/>
        <a:p>
          <a:endParaRPr lang="en-IN"/>
        </a:p>
      </dgm:t>
    </dgm:pt>
    <dgm:pt modelId="{B47AA98A-45FF-4FF8-A43B-214966B157F4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600" b="1" dirty="0"/>
            <a:t>PFE</a:t>
          </a:r>
        </a:p>
      </dgm:t>
    </dgm:pt>
    <dgm:pt modelId="{EBCAB920-E8A7-4F63-9CB0-23FCC8E2D0CA}" type="parTrans" cxnId="{4244DF8F-4AC5-4231-B65E-40CE9AA240AC}">
      <dgm:prSet/>
      <dgm:spPr/>
      <dgm:t>
        <a:bodyPr/>
        <a:lstStyle/>
        <a:p>
          <a:endParaRPr lang="en-IN"/>
        </a:p>
      </dgm:t>
    </dgm:pt>
    <dgm:pt modelId="{CE61166B-CCC8-4F42-A45A-EB0908424849}" type="sibTrans" cxnId="{4244DF8F-4AC5-4231-B65E-40CE9AA240AC}">
      <dgm:prSet/>
      <dgm:spPr/>
      <dgm:t>
        <a:bodyPr/>
        <a:lstStyle/>
        <a:p>
          <a:endParaRPr lang="en-IN"/>
        </a:p>
      </dgm:t>
    </dgm:pt>
    <dgm:pt modelId="{5C5EE492-A203-4D8C-98C3-B997163A0409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600" b="1" dirty="0"/>
            <a:t>MRK</a:t>
          </a:r>
        </a:p>
      </dgm:t>
    </dgm:pt>
    <dgm:pt modelId="{90308C8B-8124-47EA-B8C0-1919009A58CD}" type="parTrans" cxnId="{356E0730-8C85-46DF-9C17-570E06C083E5}">
      <dgm:prSet/>
      <dgm:spPr/>
      <dgm:t>
        <a:bodyPr/>
        <a:lstStyle/>
        <a:p>
          <a:endParaRPr lang="en-IN"/>
        </a:p>
      </dgm:t>
    </dgm:pt>
    <dgm:pt modelId="{FF22F0B1-E7EB-431E-8AAA-972B9F45106E}" type="sibTrans" cxnId="{356E0730-8C85-46DF-9C17-570E06C083E5}">
      <dgm:prSet/>
      <dgm:spPr/>
      <dgm:t>
        <a:bodyPr/>
        <a:lstStyle/>
        <a:p>
          <a:endParaRPr lang="en-IN"/>
        </a:p>
      </dgm:t>
    </dgm:pt>
    <dgm:pt modelId="{0372952B-3245-40A8-809B-CCBBCA0F996B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600" b="1" dirty="0"/>
            <a:t>UNH</a:t>
          </a:r>
        </a:p>
      </dgm:t>
    </dgm:pt>
    <dgm:pt modelId="{F27A920C-1A83-4A9C-85FC-7CF9951794BF}" type="parTrans" cxnId="{668A9164-2D2E-43A8-9A0A-112B4E44C6F3}">
      <dgm:prSet/>
      <dgm:spPr/>
      <dgm:t>
        <a:bodyPr/>
        <a:lstStyle/>
        <a:p>
          <a:endParaRPr lang="en-IN"/>
        </a:p>
      </dgm:t>
    </dgm:pt>
    <dgm:pt modelId="{8E559C26-74F2-4F5A-B20C-90D4BFBB689F}" type="sibTrans" cxnId="{668A9164-2D2E-43A8-9A0A-112B4E44C6F3}">
      <dgm:prSet/>
      <dgm:spPr/>
      <dgm:t>
        <a:bodyPr/>
        <a:lstStyle/>
        <a:p>
          <a:endParaRPr lang="en-IN"/>
        </a:p>
      </dgm:t>
    </dgm:pt>
    <dgm:pt modelId="{315DB581-D876-46E1-B1A8-66E369F21B85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600" b="1" dirty="0"/>
            <a:t>MSFT</a:t>
          </a:r>
        </a:p>
      </dgm:t>
    </dgm:pt>
    <dgm:pt modelId="{5B3369F2-25CE-454E-B6FA-3C6272CB94A7}" type="parTrans" cxnId="{B17453DF-D0BE-4125-A58A-DB58B6B3869C}">
      <dgm:prSet/>
      <dgm:spPr/>
      <dgm:t>
        <a:bodyPr/>
        <a:lstStyle/>
        <a:p>
          <a:endParaRPr lang="en-IN"/>
        </a:p>
      </dgm:t>
    </dgm:pt>
    <dgm:pt modelId="{582F7729-3A85-4B14-82E3-3FDB3FB38225}" type="sibTrans" cxnId="{B17453DF-D0BE-4125-A58A-DB58B6B3869C}">
      <dgm:prSet/>
      <dgm:spPr/>
      <dgm:t>
        <a:bodyPr/>
        <a:lstStyle/>
        <a:p>
          <a:endParaRPr lang="en-IN"/>
        </a:p>
      </dgm:t>
    </dgm:pt>
    <dgm:pt modelId="{FEE0F999-A119-4D55-86C8-8C458D4CB83C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600"/>
            <a:t>Reason:</a:t>
          </a:r>
        </a:p>
      </dgm:t>
    </dgm:pt>
    <dgm:pt modelId="{0A718473-B593-4DD2-A2AB-D8719066B661}" type="parTrans" cxnId="{8D6B9ED5-6852-4F14-815C-0E389FDA5A6F}">
      <dgm:prSet/>
      <dgm:spPr/>
      <dgm:t>
        <a:bodyPr/>
        <a:lstStyle/>
        <a:p>
          <a:endParaRPr lang="en-IN"/>
        </a:p>
      </dgm:t>
    </dgm:pt>
    <dgm:pt modelId="{BB8792A6-37A6-470C-9760-13858A819E08}" type="sibTrans" cxnId="{8D6B9ED5-6852-4F14-815C-0E389FDA5A6F}">
      <dgm:prSet/>
      <dgm:spPr/>
      <dgm:t>
        <a:bodyPr/>
        <a:lstStyle/>
        <a:p>
          <a:endParaRPr lang="en-IN"/>
        </a:p>
      </dgm:t>
    </dgm:pt>
    <dgm:pt modelId="{E7475507-AFB6-4693-8C10-3ACDD41C829C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600" b="1" dirty="0"/>
            <a:t>Stable earnings</a:t>
          </a:r>
        </a:p>
      </dgm:t>
    </dgm:pt>
    <dgm:pt modelId="{634A680B-0CC6-4B31-8752-E9A4CA3BFBD9}" type="parTrans" cxnId="{232BB006-905A-431A-B66B-AEB9ACF39B02}">
      <dgm:prSet/>
      <dgm:spPr/>
      <dgm:t>
        <a:bodyPr/>
        <a:lstStyle/>
        <a:p>
          <a:endParaRPr lang="en-IN"/>
        </a:p>
      </dgm:t>
    </dgm:pt>
    <dgm:pt modelId="{327B71AB-9E3F-4E20-B684-E0DC677DE55F}" type="sibTrans" cxnId="{232BB006-905A-431A-B66B-AEB9ACF39B02}">
      <dgm:prSet/>
      <dgm:spPr/>
      <dgm:t>
        <a:bodyPr/>
        <a:lstStyle/>
        <a:p>
          <a:endParaRPr lang="en-IN"/>
        </a:p>
      </dgm:t>
    </dgm:pt>
    <dgm:pt modelId="{890FEDAB-5253-45EB-8FFC-1D665E9DD65E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600" b="1" dirty="0"/>
            <a:t>Lower volatility</a:t>
          </a:r>
        </a:p>
      </dgm:t>
    </dgm:pt>
    <dgm:pt modelId="{BB06DC19-28AF-46D0-9155-EE803F11D420}" type="parTrans" cxnId="{275BBF1C-7B83-4216-ADBF-5ED6E7C9A606}">
      <dgm:prSet/>
      <dgm:spPr/>
      <dgm:t>
        <a:bodyPr/>
        <a:lstStyle/>
        <a:p>
          <a:endParaRPr lang="en-IN"/>
        </a:p>
      </dgm:t>
    </dgm:pt>
    <dgm:pt modelId="{3FAA3C32-10D4-48E6-A922-DD5F455C7D31}" type="sibTrans" cxnId="{275BBF1C-7B83-4216-ADBF-5ED6E7C9A606}">
      <dgm:prSet/>
      <dgm:spPr/>
      <dgm:t>
        <a:bodyPr/>
        <a:lstStyle/>
        <a:p>
          <a:endParaRPr lang="en-IN"/>
        </a:p>
      </dgm:t>
    </dgm:pt>
    <dgm:pt modelId="{EF1E4AAC-5782-4081-925F-68F468661B3C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sz="1600" b="1" dirty="0"/>
            <a:t>Strong healthcare sector performance</a:t>
          </a:r>
        </a:p>
      </dgm:t>
    </dgm:pt>
    <dgm:pt modelId="{062C94C9-07C7-4413-AF0B-29B165525ED6}" type="parTrans" cxnId="{2C4CBDD5-1AE5-4838-87FF-BA71B0C5F0E8}">
      <dgm:prSet/>
      <dgm:spPr/>
      <dgm:t>
        <a:bodyPr/>
        <a:lstStyle/>
        <a:p>
          <a:endParaRPr lang="en-IN"/>
        </a:p>
      </dgm:t>
    </dgm:pt>
    <dgm:pt modelId="{933A8EB4-9001-4785-A9BB-5C65A8B2B80E}" type="sibTrans" cxnId="{2C4CBDD5-1AE5-4838-87FF-BA71B0C5F0E8}">
      <dgm:prSet/>
      <dgm:spPr/>
      <dgm:t>
        <a:bodyPr/>
        <a:lstStyle/>
        <a:p>
          <a:endParaRPr lang="en-IN"/>
        </a:p>
      </dgm:t>
    </dgm:pt>
    <dgm:pt modelId="{F11643EA-71CC-4C31-8539-0C00B937BF5F}">
      <dgm:prSet custT="1"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endParaRPr lang="en-IN" sz="1600" dirty="0"/>
        </a:p>
      </dgm:t>
    </dgm:pt>
    <dgm:pt modelId="{632DAE5D-ABD4-4043-B671-F4405AA1BACD}" type="parTrans" cxnId="{69FADE67-B997-4328-9D1D-6E72EF985FC8}">
      <dgm:prSet/>
      <dgm:spPr/>
      <dgm:t>
        <a:bodyPr/>
        <a:lstStyle/>
        <a:p>
          <a:endParaRPr lang="en-IN"/>
        </a:p>
      </dgm:t>
    </dgm:pt>
    <dgm:pt modelId="{8D725387-D357-4413-B4F3-3FEAE5A25BCD}" type="sibTrans" cxnId="{69FADE67-B997-4328-9D1D-6E72EF985FC8}">
      <dgm:prSet/>
      <dgm:spPr/>
      <dgm:t>
        <a:bodyPr/>
        <a:lstStyle/>
        <a:p>
          <a:endParaRPr lang="en-IN"/>
        </a:p>
      </dgm:t>
    </dgm:pt>
    <dgm:pt modelId="{9C6967FA-27AD-41E4-8080-E2E0F666D9B5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IN" b="1"/>
            <a:t>Peter’s Portfolio (Aggressive)</a:t>
          </a:r>
          <a:endParaRPr lang="en-IN"/>
        </a:p>
      </dgm:t>
    </dgm:pt>
    <dgm:pt modelId="{57E29478-8239-4926-9F37-7021A21B2D5A}" type="parTrans" cxnId="{D3874F18-4690-41A6-9573-6B77E04D2E27}">
      <dgm:prSet/>
      <dgm:spPr/>
      <dgm:t>
        <a:bodyPr/>
        <a:lstStyle/>
        <a:p>
          <a:endParaRPr lang="en-IN"/>
        </a:p>
      </dgm:t>
    </dgm:pt>
    <dgm:pt modelId="{16AEA229-A331-4B1A-969F-DB0F4282DC9C}" type="sibTrans" cxnId="{D3874F18-4690-41A6-9573-6B77E04D2E27}">
      <dgm:prSet/>
      <dgm:spPr/>
      <dgm:t>
        <a:bodyPr/>
        <a:lstStyle/>
        <a:p>
          <a:endParaRPr lang="en-IN"/>
        </a:p>
      </dgm:t>
    </dgm:pt>
    <dgm:pt modelId="{D626EAC5-F939-45EB-80F7-A4632739069A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/>
            <a:t>Stocks Selected:</a:t>
          </a:r>
        </a:p>
      </dgm:t>
    </dgm:pt>
    <dgm:pt modelId="{8247CBB6-5A18-4E86-8CFC-FEDA31852052}" type="parTrans" cxnId="{0D5DD9DB-10E3-47E9-9BD9-A1F3AC788813}">
      <dgm:prSet/>
      <dgm:spPr/>
      <dgm:t>
        <a:bodyPr/>
        <a:lstStyle/>
        <a:p>
          <a:endParaRPr lang="en-IN"/>
        </a:p>
      </dgm:t>
    </dgm:pt>
    <dgm:pt modelId="{E72DDD95-C3D8-4AFF-AE07-DBA7F7C43541}" type="sibTrans" cxnId="{0D5DD9DB-10E3-47E9-9BD9-A1F3AC788813}">
      <dgm:prSet/>
      <dgm:spPr/>
      <dgm:t>
        <a:bodyPr/>
        <a:lstStyle/>
        <a:p>
          <a:endParaRPr lang="en-IN"/>
        </a:p>
      </dgm:t>
    </dgm:pt>
    <dgm:pt modelId="{9B855570-4DCA-45D6-A834-791579BA621F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b="1" dirty="0"/>
            <a:t>AMZN</a:t>
          </a:r>
        </a:p>
      </dgm:t>
    </dgm:pt>
    <dgm:pt modelId="{14A6E2BF-EF67-40F5-BE49-78B2E74A5DA9}" type="parTrans" cxnId="{3B3CC9F8-C534-4358-A1DF-EAE0C17CBC87}">
      <dgm:prSet/>
      <dgm:spPr/>
      <dgm:t>
        <a:bodyPr/>
        <a:lstStyle/>
        <a:p>
          <a:endParaRPr lang="en-IN"/>
        </a:p>
      </dgm:t>
    </dgm:pt>
    <dgm:pt modelId="{C45D64A4-B6A9-4027-9399-BFFC11C0FEB3}" type="sibTrans" cxnId="{3B3CC9F8-C534-4358-A1DF-EAE0C17CBC87}">
      <dgm:prSet/>
      <dgm:spPr/>
      <dgm:t>
        <a:bodyPr/>
        <a:lstStyle/>
        <a:p>
          <a:endParaRPr lang="en-IN"/>
        </a:p>
      </dgm:t>
    </dgm:pt>
    <dgm:pt modelId="{0963F527-FA03-4CB0-900C-B685791A2DCE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/>
            <a:t>Reason:</a:t>
          </a:r>
        </a:p>
      </dgm:t>
    </dgm:pt>
    <dgm:pt modelId="{34560C2C-7590-4695-8337-4B69098824A4}" type="parTrans" cxnId="{1DE91117-0990-482B-AB5C-0842A8BDB6B6}">
      <dgm:prSet/>
      <dgm:spPr/>
      <dgm:t>
        <a:bodyPr/>
        <a:lstStyle/>
        <a:p>
          <a:endParaRPr lang="en-IN"/>
        </a:p>
      </dgm:t>
    </dgm:pt>
    <dgm:pt modelId="{0906DE2A-3F5E-47F1-A584-B4930B1B3557}" type="sibTrans" cxnId="{1DE91117-0990-482B-AB5C-0842A8BDB6B6}">
      <dgm:prSet/>
      <dgm:spPr/>
      <dgm:t>
        <a:bodyPr/>
        <a:lstStyle/>
        <a:p>
          <a:endParaRPr lang="en-IN"/>
        </a:p>
      </dgm:t>
    </dgm:pt>
    <dgm:pt modelId="{5EFAB046-1BF2-46E7-9E06-46EA239EFA47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b="1" dirty="0"/>
            <a:t>High growth potential</a:t>
          </a:r>
        </a:p>
      </dgm:t>
    </dgm:pt>
    <dgm:pt modelId="{D80E51B6-3D9F-4EF6-B2E3-A72B1EC6C3CA}" type="parTrans" cxnId="{91501E5B-DBCC-4327-A387-FA9E739F2A8F}">
      <dgm:prSet/>
      <dgm:spPr/>
      <dgm:t>
        <a:bodyPr/>
        <a:lstStyle/>
        <a:p>
          <a:endParaRPr lang="en-IN"/>
        </a:p>
      </dgm:t>
    </dgm:pt>
    <dgm:pt modelId="{60CB7026-E64C-4E2F-B1D3-CF5021C3BB4D}" type="sibTrans" cxnId="{91501E5B-DBCC-4327-A387-FA9E739F2A8F}">
      <dgm:prSet/>
      <dgm:spPr/>
      <dgm:t>
        <a:bodyPr/>
        <a:lstStyle/>
        <a:p>
          <a:endParaRPr lang="en-IN"/>
        </a:p>
      </dgm:t>
    </dgm:pt>
    <dgm:pt modelId="{2E37A324-DDBA-4232-AD83-864A171695BD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b="1" dirty="0"/>
            <a:t>Technology sector dominance</a:t>
          </a:r>
        </a:p>
      </dgm:t>
    </dgm:pt>
    <dgm:pt modelId="{0A8EFBEB-A2E8-459F-978A-35B5D85F97C3}" type="parTrans" cxnId="{233BBE94-8FB3-4CD2-81F9-ED64D735A2C6}">
      <dgm:prSet/>
      <dgm:spPr/>
      <dgm:t>
        <a:bodyPr/>
        <a:lstStyle/>
        <a:p>
          <a:endParaRPr lang="en-IN"/>
        </a:p>
      </dgm:t>
    </dgm:pt>
    <dgm:pt modelId="{48A77686-9F05-4067-B706-51FD00642AAA}" type="sibTrans" cxnId="{233BBE94-8FB3-4CD2-81F9-ED64D735A2C6}">
      <dgm:prSet/>
      <dgm:spPr/>
      <dgm:t>
        <a:bodyPr/>
        <a:lstStyle/>
        <a:p>
          <a:endParaRPr lang="en-IN"/>
        </a:p>
      </dgm:t>
    </dgm:pt>
    <dgm:pt modelId="{3654BBAF-64AE-4723-9383-7DC9D9BB20E4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b="1" dirty="0"/>
            <a:t>Momentum-based investing</a:t>
          </a:r>
        </a:p>
      </dgm:t>
    </dgm:pt>
    <dgm:pt modelId="{A3B9F8B9-0C27-4E26-B265-7500F843BAD7}" type="parTrans" cxnId="{B7FFB628-0786-49C2-A8FE-309040B5C998}">
      <dgm:prSet/>
      <dgm:spPr/>
      <dgm:t>
        <a:bodyPr/>
        <a:lstStyle/>
        <a:p>
          <a:endParaRPr lang="en-IN"/>
        </a:p>
      </dgm:t>
    </dgm:pt>
    <dgm:pt modelId="{F25F47A2-3D1B-4A44-AD1E-D6B1201AAFA7}" type="sibTrans" cxnId="{B7FFB628-0786-49C2-A8FE-309040B5C998}">
      <dgm:prSet/>
      <dgm:spPr/>
      <dgm:t>
        <a:bodyPr/>
        <a:lstStyle/>
        <a:p>
          <a:endParaRPr lang="en-IN"/>
        </a:p>
      </dgm:t>
    </dgm:pt>
    <dgm:pt modelId="{B0448B01-016D-4B68-8DA5-8109DA7A3B1E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b="1" dirty="0"/>
            <a:t>AAPL</a:t>
          </a:r>
        </a:p>
      </dgm:t>
    </dgm:pt>
    <dgm:pt modelId="{FA997478-DDDF-4D8D-B29B-DBEBAF600764}" type="sibTrans" cxnId="{02D301AA-BCF2-406D-8019-3410FC448723}">
      <dgm:prSet/>
      <dgm:spPr/>
      <dgm:t>
        <a:bodyPr/>
        <a:lstStyle/>
        <a:p>
          <a:endParaRPr lang="en-IN"/>
        </a:p>
      </dgm:t>
    </dgm:pt>
    <dgm:pt modelId="{FE5B65FD-42DD-49D5-93BE-E1B8FCA93A0B}" type="parTrans" cxnId="{02D301AA-BCF2-406D-8019-3410FC448723}">
      <dgm:prSet/>
      <dgm:spPr/>
      <dgm:t>
        <a:bodyPr/>
        <a:lstStyle/>
        <a:p>
          <a:endParaRPr lang="en-IN"/>
        </a:p>
      </dgm:t>
    </dgm:pt>
    <dgm:pt modelId="{A09B3C9B-FA54-4834-BC04-44AB587EFA6F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b="1" dirty="0"/>
            <a:t>MSFT</a:t>
          </a:r>
        </a:p>
      </dgm:t>
    </dgm:pt>
    <dgm:pt modelId="{7B0E461B-8D83-41D7-824F-8EBD5274AF80}" type="sibTrans" cxnId="{AF5FF138-FDEE-4CC5-A5AE-2316806E1645}">
      <dgm:prSet/>
      <dgm:spPr/>
      <dgm:t>
        <a:bodyPr/>
        <a:lstStyle/>
        <a:p>
          <a:endParaRPr lang="en-IN"/>
        </a:p>
      </dgm:t>
    </dgm:pt>
    <dgm:pt modelId="{713F8CF6-86BC-4D1C-B47D-2B8F9A151011}" type="parTrans" cxnId="{AF5FF138-FDEE-4CC5-A5AE-2316806E1645}">
      <dgm:prSet/>
      <dgm:spPr/>
      <dgm:t>
        <a:bodyPr/>
        <a:lstStyle/>
        <a:p>
          <a:endParaRPr lang="en-IN"/>
        </a:p>
      </dgm:t>
    </dgm:pt>
    <dgm:pt modelId="{C4977088-10C3-4674-8B68-60A8112C1FE3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b="1" dirty="0"/>
            <a:t>ALGT</a:t>
          </a:r>
        </a:p>
      </dgm:t>
    </dgm:pt>
    <dgm:pt modelId="{13FC8FA7-AB31-42F5-BF11-6D1F1E361388}" type="sibTrans" cxnId="{1DF2CCAA-A8B6-4BA8-A22D-4F68F360B2D6}">
      <dgm:prSet/>
      <dgm:spPr/>
      <dgm:t>
        <a:bodyPr/>
        <a:lstStyle/>
        <a:p>
          <a:endParaRPr lang="en-IN"/>
        </a:p>
      </dgm:t>
    </dgm:pt>
    <dgm:pt modelId="{CA7F66BC-E9F2-4DB4-9C8A-63DB5F73D7B9}" type="parTrans" cxnId="{1DF2CCAA-A8B6-4BA8-A22D-4F68F360B2D6}">
      <dgm:prSet/>
      <dgm:spPr/>
      <dgm:t>
        <a:bodyPr/>
        <a:lstStyle/>
        <a:p>
          <a:endParaRPr lang="en-IN"/>
        </a:p>
      </dgm:t>
    </dgm:pt>
    <dgm:pt modelId="{25A8ECA0-FEA3-45BC-9EF7-9650084A7D00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b="1" dirty="0"/>
            <a:t>UNH</a:t>
          </a:r>
        </a:p>
      </dgm:t>
    </dgm:pt>
    <dgm:pt modelId="{4CD69A5E-A179-4B05-99EB-C170DC459116}" type="sibTrans" cxnId="{D094F5A4-5193-4A02-B071-CCF38142A4EB}">
      <dgm:prSet/>
      <dgm:spPr/>
      <dgm:t>
        <a:bodyPr/>
        <a:lstStyle/>
        <a:p>
          <a:endParaRPr lang="en-IN"/>
        </a:p>
      </dgm:t>
    </dgm:pt>
    <dgm:pt modelId="{0A508086-AF7D-4140-B8C6-6859DE133B77}" type="parTrans" cxnId="{D094F5A4-5193-4A02-B071-CCF38142A4EB}">
      <dgm:prSet/>
      <dgm:spPr/>
      <dgm:t>
        <a:bodyPr/>
        <a:lstStyle/>
        <a:p>
          <a:endParaRPr lang="en-IN"/>
        </a:p>
      </dgm:t>
    </dgm:pt>
    <dgm:pt modelId="{CF1CC3B8-6C59-46D7-AF3F-D66299D6284E}" type="pres">
      <dgm:prSet presAssocID="{EB7ACAF7-03DC-49E3-B7F9-8826A0B33633}" presName="diagram" presStyleCnt="0">
        <dgm:presLayoutVars>
          <dgm:dir/>
          <dgm:animLvl val="lvl"/>
          <dgm:resizeHandles val="exact"/>
        </dgm:presLayoutVars>
      </dgm:prSet>
      <dgm:spPr/>
    </dgm:pt>
    <dgm:pt modelId="{3779EB52-F4E1-4A8D-924C-2402B5CAFDC4}" type="pres">
      <dgm:prSet presAssocID="{4CE43228-8241-48BD-A8FD-669C175FBADD}" presName="compNode" presStyleCnt="0"/>
      <dgm:spPr/>
    </dgm:pt>
    <dgm:pt modelId="{6CB23906-435D-473E-A23A-A5968A8AA857}" type="pres">
      <dgm:prSet presAssocID="{4CE43228-8241-48BD-A8FD-669C175FBADD}" presName="childRect" presStyleLbl="bgAcc1" presStyleIdx="0" presStyleCnt="2">
        <dgm:presLayoutVars>
          <dgm:bulletEnabled val="1"/>
        </dgm:presLayoutVars>
      </dgm:prSet>
      <dgm:spPr/>
    </dgm:pt>
    <dgm:pt modelId="{74A07447-29C8-4C8D-A59A-2934664E1D4B}" type="pres">
      <dgm:prSet presAssocID="{4CE43228-8241-48BD-A8FD-669C175FBADD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29F20C9A-6DC3-45B8-9B24-5EC9302B4F73}" type="pres">
      <dgm:prSet presAssocID="{4CE43228-8241-48BD-A8FD-669C175FBADD}" presName="parentRect" presStyleLbl="alignNode1" presStyleIdx="0" presStyleCnt="2"/>
      <dgm:spPr/>
    </dgm:pt>
    <dgm:pt modelId="{14508E1A-2EA0-421A-862C-32A265B907B7}" type="pres">
      <dgm:prSet presAssocID="{4CE43228-8241-48BD-A8FD-669C175FBADD}" presName="adorn" presStyleLbl="fgAccFollowNode1" presStyleIdx="0" presStyleCnt="2"/>
      <dgm:spPr>
        <a:blipFill dpi="0" rotWithShape="1">
          <a:blip xmlns:r="http://schemas.openxmlformats.org/officeDocument/2006/relationships" r:embed="rId1">
            <a:alphaModFix amt="79000"/>
          </a:blip>
          <a:srcRect/>
          <a:stretch>
            <a:fillRect/>
          </a:stretch>
        </a:blipFill>
        <a:ln>
          <a:noFill/>
        </a:ln>
        <a:effectLst>
          <a:softEdge rad="0"/>
        </a:effectLst>
      </dgm:spPr>
    </dgm:pt>
    <dgm:pt modelId="{29F90A8A-3A5B-4CCB-8EAF-49DB3DF8307D}" type="pres">
      <dgm:prSet presAssocID="{8937D2B3-D357-471A-8EF5-4E357B40A271}" presName="sibTrans" presStyleLbl="sibTrans2D1" presStyleIdx="0" presStyleCnt="0"/>
      <dgm:spPr/>
    </dgm:pt>
    <dgm:pt modelId="{2673E4E9-BE9D-4665-B527-4A16FA4760DD}" type="pres">
      <dgm:prSet presAssocID="{9C6967FA-27AD-41E4-8080-E2E0F666D9B5}" presName="compNode" presStyleCnt="0"/>
      <dgm:spPr/>
    </dgm:pt>
    <dgm:pt modelId="{71182C94-D507-4277-949A-199BEBB116D5}" type="pres">
      <dgm:prSet presAssocID="{9C6967FA-27AD-41E4-8080-E2E0F666D9B5}" presName="childRect" presStyleLbl="bgAcc1" presStyleIdx="1" presStyleCnt="2">
        <dgm:presLayoutVars>
          <dgm:bulletEnabled val="1"/>
        </dgm:presLayoutVars>
      </dgm:prSet>
      <dgm:spPr/>
    </dgm:pt>
    <dgm:pt modelId="{D93CA0F8-69E3-48E3-9394-CD08F897E8B5}" type="pres">
      <dgm:prSet presAssocID="{9C6967FA-27AD-41E4-8080-E2E0F666D9B5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05DC94AE-6973-4B98-9CD0-C13E8C25106D}" type="pres">
      <dgm:prSet presAssocID="{9C6967FA-27AD-41E4-8080-E2E0F666D9B5}" presName="parentRect" presStyleLbl="alignNode1" presStyleIdx="1" presStyleCnt="2"/>
      <dgm:spPr/>
    </dgm:pt>
    <dgm:pt modelId="{FCF4F406-BDCB-440D-B53C-49ABD7A458EE}" type="pres">
      <dgm:prSet presAssocID="{9C6967FA-27AD-41E4-8080-E2E0F666D9B5}" presName="adorn" presStyleLbl="fgAccFollowNode1" presStyleIdx="1" presStyleCnt="2"/>
      <dgm:spPr>
        <a:blipFill dpi="0" rotWithShape="1">
          <a:blip xmlns:r="http://schemas.openxmlformats.org/officeDocument/2006/relationships" r:embed="rId2">
            <a:alphaModFix amt="70000"/>
          </a:blip>
          <a:srcRect/>
          <a:stretch>
            <a:fillRect t="-4000" b="-4000"/>
          </a:stretch>
        </a:blipFill>
        <a:ln>
          <a:noFill/>
        </a:ln>
        <a:effectLst>
          <a:softEdge rad="0"/>
        </a:effectLst>
      </dgm:spPr>
    </dgm:pt>
  </dgm:ptLst>
  <dgm:cxnLst>
    <dgm:cxn modelId="{FB4C5C04-84FC-486E-9BFF-64D75FA442C1}" type="presOf" srcId="{4CE43228-8241-48BD-A8FD-669C175FBADD}" destId="{29F20C9A-6DC3-45B8-9B24-5EC9302B4F73}" srcOrd="1" destOrd="0" presId="urn:microsoft.com/office/officeart/2005/8/layout/bList2"/>
    <dgm:cxn modelId="{232BB006-905A-431A-B66B-AEB9ACF39B02}" srcId="{FEE0F999-A119-4D55-86C8-8C458D4CB83C}" destId="{E7475507-AFB6-4693-8C10-3ACDD41C829C}" srcOrd="0" destOrd="0" parTransId="{634A680B-0CC6-4B31-8752-E9A4CA3BFBD9}" sibTransId="{327B71AB-9E3F-4E20-B684-E0DC677DE55F}"/>
    <dgm:cxn modelId="{0060EE07-B8A2-4A07-891C-5B650EF624D5}" type="presOf" srcId="{3654BBAF-64AE-4723-9383-7DC9D9BB20E4}" destId="{71182C94-D507-4277-949A-199BEBB116D5}" srcOrd="0" destOrd="9" presId="urn:microsoft.com/office/officeart/2005/8/layout/bList2"/>
    <dgm:cxn modelId="{35547F09-49BC-45A8-9C37-9B533F91DBC2}" type="presOf" srcId="{A09B3C9B-FA54-4834-BC04-44AB587EFA6F}" destId="{71182C94-D507-4277-949A-199BEBB116D5}" srcOrd="0" destOrd="3" presId="urn:microsoft.com/office/officeart/2005/8/layout/bList2"/>
    <dgm:cxn modelId="{1DE91117-0990-482B-AB5C-0842A8BDB6B6}" srcId="{9C6967FA-27AD-41E4-8080-E2E0F666D9B5}" destId="{0963F527-FA03-4CB0-900C-B685791A2DCE}" srcOrd="1" destOrd="0" parTransId="{34560C2C-7590-4695-8337-4B69098824A4}" sibTransId="{0906DE2A-3F5E-47F1-A584-B4930B1B3557}"/>
    <dgm:cxn modelId="{D3874F18-4690-41A6-9573-6B77E04D2E27}" srcId="{EB7ACAF7-03DC-49E3-B7F9-8826A0B33633}" destId="{9C6967FA-27AD-41E4-8080-E2E0F666D9B5}" srcOrd="1" destOrd="0" parTransId="{57E29478-8239-4926-9F37-7021A21B2D5A}" sibTransId="{16AEA229-A331-4B1A-969F-DB0F4282DC9C}"/>
    <dgm:cxn modelId="{275BBF1C-7B83-4216-ADBF-5ED6E7C9A606}" srcId="{FEE0F999-A119-4D55-86C8-8C458D4CB83C}" destId="{890FEDAB-5253-45EB-8FFC-1D665E9DD65E}" srcOrd="1" destOrd="0" parTransId="{BB06DC19-28AF-46D0-9155-EE803F11D420}" sibTransId="{3FAA3C32-10D4-48E6-A922-DD5F455C7D31}"/>
    <dgm:cxn modelId="{530B191D-DC23-4FE8-A35D-2F0B0310B935}" type="presOf" srcId="{E7475507-AFB6-4693-8C10-3ACDD41C829C}" destId="{6CB23906-435D-473E-A23A-A5968A8AA857}" srcOrd="0" destOrd="7" presId="urn:microsoft.com/office/officeart/2005/8/layout/bList2"/>
    <dgm:cxn modelId="{49B8DF23-A8F0-4AC7-89B9-EB704D58D50B}" type="presOf" srcId="{5C5EE492-A203-4D8C-98C3-B997163A0409}" destId="{6CB23906-435D-473E-A23A-A5968A8AA857}" srcOrd="0" destOrd="3" presId="urn:microsoft.com/office/officeart/2005/8/layout/bList2"/>
    <dgm:cxn modelId="{0DDEEA24-572E-41EB-B21A-6EB8C2F025B6}" type="presOf" srcId="{9C6967FA-27AD-41E4-8080-E2E0F666D9B5}" destId="{D93CA0F8-69E3-48E3-9394-CD08F897E8B5}" srcOrd="0" destOrd="0" presId="urn:microsoft.com/office/officeart/2005/8/layout/bList2"/>
    <dgm:cxn modelId="{B7FFB628-0786-49C2-A8FE-309040B5C998}" srcId="{0963F527-FA03-4CB0-900C-B685791A2DCE}" destId="{3654BBAF-64AE-4723-9383-7DC9D9BB20E4}" srcOrd="2" destOrd="0" parTransId="{A3B9F8B9-0C27-4E26-B265-7500F843BAD7}" sibTransId="{F25F47A2-3D1B-4A44-AD1E-D6B1201AAFA7}"/>
    <dgm:cxn modelId="{356E0730-8C85-46DF-9C17-570E06C083E5}" srcId="{8E9B06B8-CDCF-4AF4-A8CC-097291C6F44D}" destId="{5C5EE492-A203-4D8C-98C3-B997163A0409}" srcOrd="2" destOrd="0" parTransId="{90308C8B-8124-47EA-B8C0-1919009A58CD}" sibTransId="{FF22F0B1-E7EB-431E-8AAA-972B9F45106E}"/>
    <dgm:cxn modelId="{5AB65334-ECFB-47A0-849C-9E1A621BEA51}" type="presOf" srcId="{EF1E4AAC-5782-4081-925F-68F468661B3C}" destId="{6CB23906-435D-473E-A23A-A5968A8AA857}" srcOrd="0" destOrd="9" presId="urn:microsoft.com/office/officeart/2005/8/layout/bList2"/>
    <dgm:cxn modelId="{AF5FF138-FDEE-4CC5-A5AE-2316806E1645}" srcId="{D626EAC5-F939-45EB-80F7-A4632739069A}" destId="{A09B3C9B-FA54-4834-BC04-44AB587EFA6F}" srcOrd="2" destOrd="0" parTransId="{713F8CF6-86BC-4D1C-B47D-2B8F9A151011}" sibTransId="{7B0E461B-8D83-41D7-824F-8EBD5274AF80}"/>
    <dgm:cxn modelId="{EFDDA03B-B160-4F84-9CAC-682AF9F0BBA9}" type="presOf" srcId="{B47AA98A-45FF-4FF8-A43B-214966B157F4}" destId="{6CB23906-435D-473E-A23A-A5968A8AA857}" srcOrd="0" destOrd="2" presId="urn:microsoft.com/office/officeart/2005/8/layout/bList2"/>
    <dgm:cxn modelId="{4F4C2840-646C-4ABA-8CDB-D361B5897DE4}" type="presOf" srcId="{9B855570-4DCA-45D6-A834-791579BA621F}" destId="{71182C94-D507-4277-949A-199BEBB116D5}" srcOrd="0" destOrd="1" presId="urn:microsoft.com/office/officeart/2005/8/layout/bList2"/>
    <dgm:cxn modelId="{91501E5B-DBCC-4327-A387-FA9E739F2A8F}" srcId="{0963F527-FA03-4CB0-900C-B685791A2DCE}" destId="{5EFAB046-1BF2-46E7-9E06-46EA239EFA47}" srcOrd="0" destOrd="0" parTransId="{D80E51B6-3D9F-4EF6-B2E3-A72B1EC6C3CA}" sibTransId="{60CB7026-E64C-4E2F-B1D3-CF5021C3BB4D}"/>
    <dgm:cxn modelId="{5D57B962-6560-4930-89F6-9D39DE6C3564}" type="presOf" srcId="{D6069428-9128-4BF4-A7F9-0A1B9BD109E3}" destId="{6CB23906-435D-473E-A23A-A5968A8AA857}" srcOrd="0" destOrd="1" presId="urn:microsoft.com/office/officeart/2005/8/layout/bList2"/>
    <dgm:cxn modelId="{668A9164-2D2E-43A8-9A0A-112B4E44C6F3}" srcId="{8E9B06B8-CDCF-4AF4-A8CC-097291C6F44D}" destId="{0372952B-3245-40A8-809B-CCBBCA0F996B}" srcOrd="3" destOrd="0" parTransId="{F27A920C-1A83-4A9C-85FC-7CF9951794BF}" sibTransId="{8E559C26-74F2-4F5A-B20C-90D4BFBB689F}"/>
    <dgm:cxn modelId="{7AAC9344-4F06-4EE3-A6C4-90CA4BFD2940}" type="presOf" srcId="{B0448B01-016D-4B68-8DA5-8109DA7A3B1E}" destId="{71182C94-D507-4277-949A-199BEBB116D5}" srcOrd="0" destOrd="2" presId="urn:microsoft.com/office/officeart/2005/8/layout/bList2"/>
    <dgm:cxn modelId="{69FADE67-B997-4328-9D1D-6E72EF985FC8}" srcId="{4CE43228-8241-48BD-A8FD-669C175FBADD}" destId="{F11643EA-71CC-4C31-8539-0C00B937BF5F}" srcOrd="2" destOrd="0" parTransId="{632DAE5D-ABD4-4043-B671-F4405AA1BACD}" sibTransId="{8D725387-D357-4413-B4F3-3FEAE5A25BCD}"/>
    <dgm:cxn modelId="{B9913569-A28C-4A78-A2F6-CFF526B5CC80}" type="presOf" srcId="{8937D2B3-D357-471A-8EF5-4E357B40A271}" destId="{29F90A8A-3A5B-4CCB-8EAF-49DB3DF8307D}" srcOrd="0" destOrd="0" presId="urn:microsoft.com/office/officeart/2005/8/layout/bList2"/>
    <dgm:cxn modelId="{73D4AE4D-E2A7-42F4-B887-62E9F9C506AF}" type="presOf" srcId="{C4977088-10C3-4674-8B68-60A8112C1FE3}" destId="{71182C94-D507-4277-949A-199BEBB116D5}" srcOrd="0" destOrd="4" presId="urn:microsoft.com/office/officeart/2005/8/layout/bList2"/>
    <dgm:cxn modelId="{7B96146F-C26C-4A44-96DE-B42DFE719457}" type="presOf" srcId="{D626EAC5-F939-45EB-80F7-A4632739069A}" destId="{71182C94-D507-4277-949A-199BEBB116D5}" srcOrd="0" destOrd="0" presId="urn:microsoft.com/office/officeart/2005/8/layout/bList2"/>
    <dgm:cxn modelId="{5A4F2B53-C79D-4AE0-9B35-DC411112E042}" type="presOf" srcId="{FEE0F999-A119-4D55-86C8-8C458D4CB83C}" destId="{6CB23906-435D-473E-A23A-A5968A8AA857}" srcOrd="0" destOrd="6" presId="urn:microsoft.com/office/officeart/2005/8/layout/bList2"/>
    <dgm:cxn modelId="{A8AADA5A-F9E4-474B-A9E6-24628D7D6FA4}" srcId="{EB7ACAF7-03DC-49E3-B7F9-8826A0B33633}" destId="{4CE43228-8241-48BD-A8FD-669C175FBADD}" srcOrd="0" destOrd="0" parTransId="{574FFA37-DD9A-4CF2-BA86-DD46B2484020}" sibTransId="{8937D2B3-D357-471A-8EF5-4E357B40A271}"/>
    <dgm:cxn modelId="{05ECA982-A369-4214-82A2-F05A2C2BF285}" type="presOf" srcId="{0963F527-FA03-4CB0-900C-B685791A2DCE}" destId="{71182C94-D507-4277-949A-199BEBB116D5}" srcOrd="0" destOrd="6" presId="urn:microsoft.com/office/officeart/2005/8/layout/bList2"/>
    <dgm:cxn modelId="{9ACCD88B-92F5-43D4-ADE3-8CA4A4DBCA2F}" type="presOf" srcId="{5EFAB046-1BF2-46E7-9E06-46EA239EFA47}" destId="{71182C94-D507-4277-949A-199BEBB116D5}" srcOrd="0" destOrd="7" presId="urn:microsoft.com/office/officeart/2005/8/layout/bList2"/>
    <dgm:cxn modelId="{4244DF8F-4AC5-4231-B65E-40CE9AA240AC}" srcId="{8E9B06B8-CDCF-4AF4-A8CC-097291C6F44D}" destId="{B47AA98A-45FF-4FF8-A43B-214966B157F4}" srcOrd="1" destOrd="0" parTransId="{EBCAB920-E8A7-4F63-9CB0-23FCC8E2D0CA}" sibTransId="{CE61166B-CCC8-4F42-A45A-EB0908424849}"/>
    <dgm:cxn modelId="{233BBE94-8FB3-4CD2-81F9-ED64D735A2C6}" srcId="{0963F527-FA03-4CB0-900C-B685791A2DCE}" destId="{2E37A324-DDBA-4232-AD83-864A171695BD}" srcOrd="1" destOrd="0" parTransId="{0A8EFBEB-A2E8-459F-978A-35B5D85F97C3}" sibTransId="{48A77686-9F05-4067-B706-51FD00642AAA}"/>
    <dgm:cxn modelId="{620C1797-F362-4119-B43A-B085A28F8F1C}" type="presOf" srcId="{8E9B06B8-CDCF-4AF4-A8CC-097291C6F44D}" destId="{6CB23906-435D-473E-A23A-A5968A8AA857}" srcOrd="0" destOrd="0" presId="urn:microsoft.com/office/officeart/2005/8/layout/bList2"/>
    <dgm:cxn modelId="{D094F5A4-5193-4A02-B071-CCF38142A4EB}" srcId="{D626EAC5-F939-45EB-80F7-A4632739069A}" destId="{25A8ECA0-FEA3-45BC-9EF7-9650084A7D00}" srcOrd="4" destOrd="0" parTransId="{0A508086-AF7D-4140-B8C6-6859DE133B77}" sibTransId="{4CD69A5E-A179-4B05-99EB-C170DC459116}"/>
    <dgm:cxn modelId="{02D301AA-BCF2-406D-8019-3410FC448723}" srcId="{D626EAC5-F939-45EB-80F7-A4632739069A}" destId="{B0448B01-016D-4B68-8DA5-8109DA7A3B1E}" srcOrd="1" destOrd="0" parTransId="{FE5B65FD-42DD-49D5-93BE-E1B8FCA93A0B}" sibTransId="{FA997478-DDDF-4D8D-B29B-DBEBAF600764}"/>
    <dgm:cxn modelId="{1DF2CCAA-A8B6-4BA8-A22D-4F68F360B2D6}" srcId="{D626EAC5-F939-45EB-80F7-A4632739069A}" destId="{C4977088-10C3-4674-8B68-60A8112C1FE3}" srcOrd="3" destOrd="0" parTransId="{CA7F66BC-E9F2-4DB4-9C8A-63DB5F73D7B9}" sibTransId="{13FC8FA7-AB31-42F5-BF11-6D1F1E361388}"/>
    <dgm:cxn modelId="{A17384B1-EA9E-4811-AFB8-46D6CE526B52}" srcId="{8E9B06B8-CDCF-4AF4-A8CC-097291C6F44D}" destId="{D6069428-9128-4BF4-A7F9-0A1B9BD109E3}" srcOrd="0" destOrd="0" parTransId="{6AE7FB93-3C94-491B-8735-24417ADCCE58}" sibTransId="{49DCC3CE-6663-4EAF-8EAE-729773025B55}"/>
    <dgm:cxn modelId="{1F5D6FB7-DDA0-4D6E-A8A7-1DD1804388E4}" type="presOf" srcId="{9C6967FA-27AD-41E4-8080-E2E0F666D9B5}" destId="{05DC94AE-6973-4B98-9CD0-C13E8C25106D}" srcOrd="1" destOrd="0" presId="urn:microsoft.com/office/officeart/2005/8/layout/bList2"/>
    <dgm:cxn modelId="{69D471B8-D9FA-4C9F-9376-4328FA20E927}" type="presOf" srcId="{EB7ACAF7-03DC-49E3-B7F9-8826A0B33633}" destId="{CF1CC3B8-6C59-46D7-AF3F-D66299D6284E}" srcOrd="0" destOrd="0" presId="urn:microsoft.com/office/officeart/2005/8/layout/bList2"/>
    <dgm:cxn modelId="{6069EEB9-0F63-43FC-BDA1-693F559164BB}" type="presOf" srcId="{315DB581-D876-46E1-B1A8-66E369F21B85}" destId="{6CB23906-435D-473E-A23A-A5968A8AA857}" srcOrd="0" destOrd="5" presId="urn:microsoft.com/office/officeart/2005/8/layout/bList2"/>
    <dgm:cxn modelId="{232925BE-262F-4BCC-B2C5-956696063645}" type="presOf" srcId="{25A8ECA0-FEA3-45BC-9EF7-9650084A7D00}" destId="{71182C94-D507-4277-949A-199BEBB116D5}" srcOrd="0" destOrd="5" presId="urn:microsoft.com/office/officeart/2005/8/layout/bList2"/>
    <dgm:cxn modelId="{494EDAC1-CC42-4387-BDB3-7BE4E5225634}" type="presOf" srcId="{0372952B-3245-40A8-809B-CCBBCA0F996B}" destId="{6CB23906-435D-473E-A23A-A5968A8AA857}" srcOrd="0" destOrd="4" presId="urn:microsoft.com/office/officeart/2005/8/layout/bList2"/>
    <dgm:cxn modelId="{E14239D2-5F6A-4588-8332-83E5F0C52545}" srcId="{4CE43228-8241-48BD-A8FD-669C175FBADD}" destId="{8E9B06B8-CDCF-4AF4-A8CC-097291C6F44D}" srcOrd="0" destOrd="0" parTransId="{E24F2C02-F95E-4E6E-B2A2-CF555CA57993}" sibTransId="{58C7540D-9BB2-4827-BCF3-8849D7B0C173}"/>
    <dgm:cxn modelId="{8D6B9ED5-6852-4F14-815C-0E389FDA5A6F}" srcId="{4CE43228-8241-48BD-A8FD-669C175FBADD}" destId="{FEE0F999-A119-4D55-86C8-8C458D4CB83C}" srcOrd="1" destOrd="0" parTransId="{0A718473-B593-4DD2-A2AB-D8719066B661}" sibTransId="{BB8792A6-37A6-470C-9760-13858A819E08}"/>
    <dgm:cxn modelId="{2C4CBDD5-1AE5-4838-87FF-BA71B0C5F0E8}" srcId="{FEE0F999-A119-4D55-86C8-8C458D4CB83C}" destId="{EF1E4AAC-5782-4081-925F-68F468661B3C}" srcOrd="2" destOrd="0" parTransId="{062C94C9-07C7-4413-AF0B-29B165525ED6}" sibTransId="{933A8EB4-9001-4785-A9BB-5C65A8B2B80E}"/>
    <dgm:cxn modelId="{20992DD8-9C9F-4CCC-BC07-CE15B7000FBC}" type="presOf" srcId="{4CE43228-8241-48BD-A8FD-669C175FBADD}" destId="{74A07447-29C8-4C8D-A59A-2934664E1D4B}" srcOrd="0" destOrd="0" presId="urn:microsoft.com/office/officeart/2005/8/layout/bList2"/>
    <dgm:cxn modelId="{0D5DD9DB-10E3-47E9-9BD9-A1F3AC788813}" srcId="{9C6967FA-27AD-41E4-8080-E2E0F666D9B5}" destId="{D626EAC5-F939-45EB-80F7-A4632739069A}" srcOrd="0" destOrd="0" parTransId="{8247CBB6-5A18-4E86-8CFC-FEDA31852052}" sibTransId="{E72DDD95-C3D8-4AFF-AE07-DBA7F7C43541}"/>
    <dgm:cxn modelId="{B17453DF-D0BE-4125-A58A-DB58B6B3869C}" srcId="{8E9B06B8-CDCF-4AF4-A8CC-097291C6F44D}" destId="{315DB581-D876-46E1-B1A8-66E369F21B85}" srcOrd="4" destOrd="0" parTransId="{5B3369F2-25CE-454E-B6FA-3C6272CB94A7}" sibTransId="{582F7729-3A85-4B14-82E3-3FDB3FB38225}"/>
    <dgm:cxn modelId="{F1A6F7F6-CE79-4D01-B280-EB5391295847}" type="presOf" srcId="{890FEDAB-5253-45EB-8FFC-1D665E9DD65E}" destId="{6CB23906-435D-473E-A23A-A5968A8AA857}" srcOrd="0" destOrd="8" presId="urn:microsoft.com/office/officeart/2005/8/layout/bList2"/>
    <dgm:cxn modelId="{3B3CC9F8-C534-4358-A1DF-EAE0C17CBC87}" srcId="{D626EAC5-F939-45EB-80F7-A4632739069A}" destId="{9B855570-4DCA-45D6-A834-791579BA621F}" srcOrd="0" destOrd="0" parTransId="{14A6E2BF-EF67-40F5-BE49-78B2E74A5DA9}" sibTransId="{C45D64A4-B6A9-4027-9399-BFFC11C0FEB3}"/>
    <dgm:cxn modelId="{B3FAFBF9-7BE3-4FE3-926B-F2972E1A4879}" type="presOf" srcId="{2E37A324-DDBA-4232-AD83-864A171695BD}" destId="{71182C94-D507-4277-949A-199BEBB116D5}" srcOrd="0" destOrd="8" presId="urn:microsoft.com/office/officeart/2005/8/layout/bList2"/>
    <dgm:cxn modelId="{63D95AFD-DCB7-4E09-90AB-18CDB9D75F10}" type="presOf" srcId="{F11643EA-71CC-4C31-8539-0C00B937BF5F}" destId="{6CB23906-435D-473E-A23A-A5968A8AA857}" srcOrd="0" destOrd="10" presId="urn:microsoft.com/office/officeart/2005/8/layout/bList2"/>
    <dgm:cxn modelId="{E2904BA2-10EA-4B2C-99E3-A3C59414DE3A}" type="presParOf" srcId="{CF1CC3B8-6C59-46D7-AF3F-D66299D6284E}" destId="{3779EB52-F4E1-4A8D-924C-2402B5CAFDC4}" srcOrd="0" destOrd="0" presId="urn:microsoft.com/office/officeart/2005/8/layout/bList2"/>
    <dgm:cxn modelId="{85411863-8B99-4107-8442-5960831527B2}" type="presParOf" srcId="{3779EB52-F4E1-4A8D-924C-2402B5CAFDC4}" destId="{6CB23906-435D-473E-A23A-A5968A8AA857}" srcOrd="0" destOrd="0" presId="urn:microsoft.com/office/officeart/2005/8/layout/bList2"/>
    <dgm:cxn modelId="{BEBABE49-5054-42A2-9B69-25538BF52BED}" type="presParOf" srcId="{3779EB52-F4E1-4A8D-924C-2402B5CAFDC4}" destId="{74A07447-29C8-4C8D-A59A-2934664E1D4B}" srcOrd="1" destOrd="0" presId="urn:microsoft.com/office/officeart/2005/8/layout/bList2"/>
    <dgm:cxn modelId="{340D2AEE-639B-44AA-8C80-5984FDA68BD9}" type="presParOf" srcId="{3779EB52-F4E1-4A8D-924C-2402B5CAFDC4}" destId="{29F20C9A-6DC3-45B8-9B24-5EC9302B4F73}" srcOrd="2" destOrd="0" presId="urn:microsoft.com/office/officeart/2005/8/layout/bList2"/>
    <dgm:cxn modelId="{B3D73006-1B36-4455-BF3A-26E80F0EF3B6}" type="presParOf" srcId="{3779EB52-F4E1-4A8D-924C-2402B5CAFDC4}" destId="{14508E1A-2EA0-421A-862C-32A265B907B7}" srcOrd="3" destOrd="0" presId="urn:microsoft.com/office/officeart/2005/8/layout/bList2"/>
    <dgm:cxn modelId="{FCAA0291-9B92-4E61-B786-A47C83505A6B}" type="presParOf" srcId="{CF1CC3B8-6C59-46D7-AF3F-D66299D6284E}" destId="{29F90A8A-3A5B-4CCB-8EAF-49DB3DF8307D}" srcOrd="1" destOrd="0" presId="urn:microsoft.com/office/officeart/2005/8/layout/bList2"/>
    <dgm:cxn modelId="{EB503935-C5C6-449F-9DF5-E2B478A313D7}" type="presParOf" srcId="{CF1CC3B8-6C59-46D7-AF3F-D66299D6284E}" destId="{2673E4E9-BE9D-4665-B527-4A16FA4760DD}" srcOrd="2" destOrd="0" presId="urn:microsoft.com/office/officeart/2005/8/layout/bList2"/>
    <dgm:cxn modelId="{9CF7A06F-2605-4AFE-A2E0-B30AAA74D941}" type="presParOf" srcId="{2673E4E9-BE9D-4665-B527-4A16FA4760DD}" destId="{71182C94-D507-4277-949A-199BEBB116D5}" srcOrd="0" destOrd="0" presId="urn:microsoft.com/office/officeart/2005/8/layout/bList2"/>
    <dgm:cxn modelId="{C0B6E013-C64B-41B4-89E3-7B3946779C46}" type="presParOf" srcId="{2673E4E9-BE9D-4665-B527-4A16FA4760DD}" destId="{D93CA0F8-69E3-48E3-9394-CD08F897E8B5}" srcOrd="1" destOrd="0" presId="urn:microsoft.com/office/officeart/2005/8/layout/bList2"/>
    <dgm:cxn modelId="{4BF81C73-8654-4058-8CA3-14DE88833176}" type="presParOf" srcId="{2673E4E9-BE9D-4665-B527-4A16FA4760DD}" destId="{05DC94AE-6973-4B98-9CD0-C13E8C25106D}" srcOrd="2" destOrd="0" presId="urn:microsoft.com/office/officeart/2005/8/layout/bList2"/>
    <dgm:cxn modelId="{61CA433F-8150-4BBD-8A6A-D42E69473614}" type="presParOf" srcId="{2673E4E9-BE9D-4665-B527-4A16FA4760DD}" destId="{FCF4F406-BDCB-440D-B53C-49ABD7A458EE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09FA32F8-0F39-4275-999E-F925F5A7A8F3}" type="doc">
      <dgm:prSet loTypeId="urn:microsoft.com/office/officeart/2005/8/layout/process1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CCFD8F9-8AD0-4F3F-BCB4-E0A205E6D151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IN"/>
            <a:t>Portfolio Performance</a:t>
          </a:r>
        </a:p>
      </dgm:t>
    </dgm:pt>
    <dgm:pt modelId="{A149F3A9-9902-492C-8121-F48407E9C192}" type="parTrans" cxnId="{F577F902-A10F-4C0B-9A35-94220614E333}">
      <dgm:prSet/>
      <dgm:spPr/>
      <dgm:t>
        <a:bodyPr/>
        <a:lstStyle/>
        <a:p>
          <a:endParaRPr lang="en-IN"/>
        </a:p>
      </dgm:t>
    </dgm:pt>
    <dgm:pt modelId="{B9B1E13D-CCD2-45D7-8D8B-47C96C9914D9}" type="sibTrans" cxnId="{F577F902-A10F-4C0B-9A35-94220614E333}">
      <dgm:prSet/>
      <dgm:spPr/>
      <dgm:t>
        <a:bodyPr/>
        <a:lstStyle/>
        <a:p>
          <a:endParaRPr lang="en-IN"/>
        </a:p>
      </dgm:t>
    </dgm:pt>
    <dgm:pt modelId="{E862FCDE-62AE-401F-A801-DA483AC612DE}" type="pres">
      <dgm:prSet presAssocID="{09FA32F8-0F39-4275-999E-F925F5A7A8F3}" presName="Name0" presStyleCnt="0">
        <dgm:presLayoutVars>
          <dgm:dir/>
          <dgm:resizeHandles val="exact"/>
        </dgm:presLayoutVars>
      </dgm:prSet>
      <dgm:spPr/>
    </dgm:pt>
    <dgm:pt modelId="{55076AC5-DA2F-42FF-A2EF-F1E140F8259B}" type="pres">
      <dgm:prSet presAssocID="{7CCFD8F9-8AD0-4F3F-BCB4-E0A205E6D151}" presName="node" presStyleLbl="node1" presStyleIdx="0" presStyleCnt="1">
        <dgm:presLayoutVars>
          <dgm:bulletEnabled val="1"/>
        </dgm:presLayoutVars>
      </dgm:prSet>
      <dgm:spPr/>
    </dgm:pt>
  </dgm:ptLst>
  <dgm:cxnLst>
    <dgm:cxn modelId="{F577F902-A10F-4C0B-9A35-94220614E333}" srcId="{09FA32F8-0F39-4275-999E-F925F5A7A8F3}" destId="{7CCFD8F9-8AD0-4F3F-BCB4-E0A205E6D151}" srcOrd="0" destOrd="0" parTransId="{A149F3A9-9902-492C-8121-F48407E9C192}" sibTransId="{B9B1E13D-CCD2-45D7-8D8B-47C96C9914D9}"/>
    <dgm:cxn modelId="{4A7D1D0A-FEE6-4583-9630-E98D531364DE}" type="presOf" srcId="{7CCFD8F9-8AD0-4F3F-BCB4-E0A205E6D151}" destId="{55076AC5-DA2F-42FF-A2EF-F1E140F8259B}" srcOrd="0" destOrd="0" presId="urn:microsoft.com/office/officeart/2005/8/layout/process1"/>
    <dgm:cxn modelId="{B4E1A6A8-9EF8-4663-8AC1-7D54B4995FFD}" type="presOf" srcId="{09FA32F8-0F39-4275-999E-F925F5A7A8F3}" destId="{E862FCDE-62AE-401F-A801-DA483AC612DE}" srcOrd="0" destOrd="0" presId="urn:microsoft.com/office/officeart/2005/8/layout/process1"/>
    <dgm:cxn modelId="{10503A0E-DB58-43C9-8722-5D23D1B52AEE}" type="presParOf" srcId="{E862FCDE-62AE-401F-A801-DA483AC612DE}" destId="{55076AC5-DA2F-42FF-A2EF-F1E140F8259B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7FA93985-13B0-4C83-BACF-2121194AAD51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7EFC18E-7A25-4B0E-8F6D-0E91D4F8CB59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4000" b="1" dirty="0"/>
            <a:t>Insights</a:t>
          </a:r>
          <a:r>
            <a:rPr lang="en-US" sz="2600" dirty="0"/>
            <a:t>:</a:t>
          </a:r>
          <a:endParaRPr lang="en-IN" sz="2600" dirty="0"/>
        </a:p>
      </dgm:t>
    </dgm:pt>
    <dgm:pt modelId="{2170A591-47A1-47D1-AC2E-0D531321EED0}" type="parTrans" cxnId="{F907B5DC-0F3C-476E-893F-579A219208DB}">
      <dgm:prSet/>
      <dgm:spPr/>
      <dgm:t>
        <a:bodyPr/>
        <a:lstStyle/>
        <a:p>
          <a:endParaRPr lang="en-IN"/>
        </a:p>
      </dgm:t>
    </dgm:pt>
    <dgm:pt modelId="{5E74E69D-1346-402A-8841-DB5F16CA5AE3}" type="sibTrans" cxnId="{F907B5DC-0F3C-476E-893F-579A219208DB}">
      <dgm:prSet/>
      <dgm:spPr/>
      <dgm:t>
        <a:bodyPr/>
        <a:lstStyle/>
        <a:p>
          <a:endParaRPr lang="en-IN"/>
        </a:p>
      </dgm:t>
    </dgm:pt>
    <dgm:pt modelId="{DD2B8CB8-855D-4620-97A5-2194601E0524}">
      <dgm:prSet custT="1"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sz="2400" dirty="0"/>
            <a:t>• Patrick achieves his goal of </a:t>
          </a:r>
          <a:r>
            <a:rPr lang="en-US" sz="2400" b="1" dirty="0"/>
            <a:t>doubling capital</a:t>
          </a:r>
          <a:br>
            <a:rPr lang="en-US" sz="2400" dirty="0"/>
          </a:br>
          <a:r>
            <a:rPr lang="en-US" sz="2400" dirty="0"/>
            <a:t>• Peter generates </a:t>
          </a:r>
          <a:r>
            <a:rPr lang="en-US" sz="2400" b="1" dirty="0"/>
            <a:t>higher returns but higher volatility</a:t>
          </a:r>
          <a:br>
            <a:rPr lang="en-US" sz="2400" dirty="0"/>
          </a:br>
          <a:r>
            <a:rPr lang="en-US" sz="2400" dirty="0"/>
            <a:t>• Peter’s portfolio delivers </a:t>
          </a:r>
          <a:r>
            <a:rPr lang="en-US" sz="2400" b="1" dirty="0"/>
            <a:t>better risk-adjusted performance</a:t>
          </a:r>
          <a:endParaRPr lang="en-IN" sz="2400" dirty="0"/>
        </a:p>
      </dgm:t>
    </dgm:pt>
    <dgm:pt modelId="{18D3E605-95B0-4364-959B-00B06C6DAA03}" type="parTrans" cxnId="{2B95DB3B-1759-46DD-B4F3-AC872979C6B3}">
      <dgm:prSet/>
      <dgm:spPr/>
      <dgm:t>
        <a:bodyPr/>
        <a:lstStyle/>
        <a:p>
          <a:endParaRPr lang="en-IN"/>
        </a:p>
      </dgm:t>
    </dgm:pt>
    <dgm:pt modelId="{3D2D6D65-9907-48A7-ACBA-CA6E1D1DC630}" type="sibTrans" cxnId="{2B95DB3B-1759-46DD-B4F3-AC872979C6B3}">
      <dgm:prSet/>
      <dgm:spPr/>
      <dgm:t>
        <a:bodyPr/>
        <a:lstStyle/>
        <a:p>
          <a:endParaRPr lang="en-IN"/>
        </a:p>
      </dgm:t>
    </dgm:pt>
    <dgm:pt modelId="{0F9416CA-D32E-4938-A1E1-61D4A4EF7852}" type="pres">
      <dgm:prSet presAssocID="{7FA93985-13B0-4C83-BACF-2121194AAD51}" presName="Name0" presStyleCnt="0">
        <dgm:presLayoutVars>
          <dgm:dir/>
          <dgm:resizeHandles val="exact"/>
        </dgm:presLayoutVars>
      </dgm:prSet>
      <dgm:spPr/>
    </dgm:pt>
    <dgm:pt modelId="{7452C812-4B5A-4175-AC9C-84683A99EE90}" type="pres">
      <dgm:prSet presAssocID="{17EFC18E-7A25-4B0E-8F6D-0E91D4F8CB59}" presName="parAndChTx" presStyleLbl="node1" presStyleIdx="0" presStyleCnt="1" custScaleY="120797">
        <dgm:presLayoutVars>
          <dgm:bulletEnabled val="1"/>
        </dgm:presLayoutVars>
      </dgm:prSet>
      <dgm:spPr/>
    </dgm:pt>
  </dgm:ptLst>
  <dgm:cxnLst>
    <dgm:cxn modelId="{45F12310-9467-4EF2-A387-8BD990675DC1}" type="presOf" srcId="{7FA93985-13B0-4C83-BACF-2121194AAD51}" destId="{0F9416CA-D32E-4938-A1E1-61D4A4EF7852}" srcOrd="0" destOrd="0" presId="urn:microsoft.com/office/officeart/2005/8/layout/hChevron3"/>
    <dgm:cxn modelId="{2B95DB3B-1759-46DD-B4F3-AC872979C6B3}" srcId="{17EFC18E-7A25-4B0E-8F6D-0E91D4F8CB59}" destId="{DD2B8CB8-855D-4620-97A5-2194601E0524}" srcOrd="0" destOrd="0" parTransId="{18D3E605-95B0-4364-959B-00B06C6DAA03}" sibTransId="{3D2D6D65-9907-48A7-ACBA-CA6E1D1DC630}"/>
    <dgm:cxn modelId="{47CAF57C-8714-4FF8-9D47-E2C17EB8B8F8}" type="presOf" srcId="{17EFC18E-7A25-4B0E-8F6D-0E91D4F8CB59}" destId="{7452C812-4B5A-4175-AC9C-84683A99EE90}" srcOrd="0" destOrd="0" presId="urn:microsoft.com/office/officeart/2005/8/layout/hChevron3"/>
    <dgm:cxn modelId="{AE0B5AC5-1570-4DC4-8E56-404AC2C6F8CE}" type="presOf" srcId="{DD2B8CB8-855D-4620-97A5-2194601E0524}" destId="{7452C812-4B5A-4175-AC9C-84683A99EE90}" srcOrd="0" destOrd="1" presId="urn:microsoft.com/office/officeart/2005/8/layout/hChevron3"/>
    <dgm:cxn modelId="{F907B5DC-0F3C-476E-893F-579A219208DB}" srcId="{7FA93985-13B0-4C83-BACF-2121194AAD51}" destId="{17EFC18E-7A25-4B0E-8F6D-0E91D4F8CB59}" srcOrd="0" destOrd="0" parTransId="{2170A591-47A1-47D1-AC2E-0D531321EED0}" sibTransId="{5E74E69D-1346-402A-8841-DB5F16CA5AE3}"/>
    <dgm:cxn modelId="{8058D58C-7C4E-4563-B992-65DD479284F2}" type="presParOf" srcId="{0F9416CA-D32E-4938-A1E1-61D4A4EF7852}" destId="{7452C812-4B5A-4175-AC9C-84683A99EE90}" srcOrd="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C2A61B3A-AD6F-4150-859A-86B4FD5B73E7}" type="doc">
      <dgm:prSet loTypeId="urn:microsoft.com/office/officeart/2005/8/layout/vList3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57F4B9A-7E0E-4716-9876-182FE6452069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IN" dirty="0"/>
            <a:t>Dashboard Overview</a:t>
          </a:r>
        </a:p>
      </dgm:t>
    </dgm:pt>
    <dgm:pt modelId="{93B25198-4435-49C7-94D6-C9204FAB3710}" type="parTrans" cxnId="{E2200BC4-050A-4BFE-8E16-B4B70186836C}">
      <dgm:prSet/>
      <dgm:spPr/>
      <dgm:t>
        <a:bodyPr/>
        <a:lstStyle/>
        <a:p>
          <a:endParaRPr lang="en-IN"/>
        </a:p>
      </dgm:t>
    </dgm:pt>
    <dgm:pt modelId="{36CB0E4F-8631-41A9-9633-6F9A6B8EDB81}" type="sibTrans" cxnId="{E2200BC4-050A-4BFE-8E16-B4B70186836C}">
      <dgm:prSet/>
      <dgm:spPr/>
      <dgm:t>
        <a:bodyPr/>
        <a:lstStyle/>
        <a:p>
          <a:endParaRPr lang="en-IN"/>
        </a:p>
      </dgm:t>
    </dgm:pt>
    <dgm:pt modelId="{3E1C2DE0-87B5-4C9A-A175-CE15161123AE}" type="pres">
      <dgm:prSet presAssocID="{C2A61B3A-AD6F-4150-859A-86B4FD5B73E7}" presName="linearFlow" presStyleCnt="0">
        <dgm:presLayoutVars>
          <dgm:dir/>
          <dgm:resizeHandles val="exact"/>
        </dgm:presLayoutVars>
      </dgm:prSet>
      <dgm:spPr/>
    </dgm:pt>
    <dgm:pt modelId="{5E938636-9BA1-4AF9-BEEE-14B9E972455F}" type="pres">
      <dgm:prSet presAssocID="{D57F4B9A-7E0E-4716-9876-182FE6452069}" presName="composite" presStyleCnt="0"/>
      <dgm:spPr/>
    </dgm:pt>
    <dgm:pt modelId="{B91F0C4E-08B9-4EAE-8F03-3A7D6F18FF76}" type="pres">
      <dgm:prSet presAssocID="{D57F4B9A-7E0E-4716-9876-182FE6452069}" presName="imgShp" presStyleLbl="fgImgPlace1" presStyleIdx="0" presStyleCnt="1" custLinFactNeighborX="-36856"/>
      <dgm:spPr>
        <a:blipFill dpi="0" rotWithShape="1">
          <a:blip xmlns:r="http://schemas.openxmlformats.org/officeDocument/2006/relationships" r:embed="rId1"/>
          <a:srcRect/>
          <a:stretch>
            <a:fillRect l="6547" t="6547" r="6547" b="6547"/>
          </a:stretch>
        </a:blipFill>
      </dgm:spPr>
    </dgm:pt>
    <dgm:pt modelId="{8A87B797-5DBE-48A6-BFB9-083C285D892D}" type="pres">
      <dgm:prSet presAssocID="{D57F4B9A-7E0E-4716-9876-182FE6452069}" presName="txShp" presStyleLbl="node1" presStyleIdx="0" presStyleCnt="1">
        <dgm:presLayoutVars>
          <dgm:bulletEnabled val="1"/>
        </dgm:presLayoutVars>
      </dgm:prSet>
      <dgm:spPr/>
    </dgm:pt>
  </dgm:ptLst>
  <dgm:cxnLst>
    <dgm:cxn modelId="{D4516D0C-81A0-4BDA-A5B8-9999B8E474AB}" type="presOf" srcId="{D57F4B9A-7E0E-4716-9876-182FE6452069}" destId="{8A87B797-5DBE-48A6-BFB9-083C285D892D}" srcOrd="0" destOrd="0" presId="urn:microsoft.com/office/officeart/2005/8/layout/vList3"/>
    <dgm:cxn modelId="{E2200BC4-050A-4BFE-8E16-B4B70186836C}" srcId="{C2A61B3A-AD6F-4150-859A-86B4FD5B73E7}" destId="{D57F4B9A-7E0E-4716-9876-182FE6452069}" srcOrd="0" destOrd="0" parTransId="{93B25198-4435-49C7-94D6-C9204FAB3710}" sibTransId="{36CB0E4F-8631-41A9-9633-6F9A6B8EDB81}"/>
    <dgm:cxn modelId="{606381EC-80D6-4411-A10D-6EE223DE5F1C}" type="presOf" srcId="{C2A61B3A-AD6F-4150-859A-86B4FD5B73E7}" destId="{3E1C2DE0-87B5-4C9A-A175-CE15161123AE}" srcOrd="0" destOrd="0" presId="urn:microsoft.com/office/officeart/2005/8/layout/vList3"/>
    <dgm:cxn modelId="{F308D496-13B6-4D8B-B3B2-C9B5F66970B3}" type="presParOf" srcId="{3E1C2DE0-87B5-4C9A-A175-CE15161123AE}" destId="{5E938636-9BA1-4AF9-BEEE-14B9E972455F}" srcOrd="0" destOrd="0" presId="urn:microsoft.com/office/officeart/2005/8/layout/vList3"/>
    <dgm:cxn modelId="{2569C3EB-DC56-401D-B26E-EEE54080C986}" type="presParOf" srcId="{5E938636-9BA1-4AF9-BEEE-14B9E972455F}" destId="{B91F0C4E-08B9-4EAE-8F03-3A7D6F18FF76}" srcOrd="0" destOrd="0" presId="urn:microsoft.com/office/officeart/2005/8/layout/vList3"/>
    <dgm:cxn modelId="{7AA6E030-643E-48D4-B0B0-539892603DC1}" type="presParOf" srcId="{5E938636-9BA1-4AF9-BEEE-14B9E972455F}" destId="{8A87B797-5DBE-48A6-BFB9-083C285D892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0FB5425B-24C8-4950-AC0B-6F2C15E7957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B44B321-8344-44F6-B935-184337C4C3CF}">
      <dgm:prSet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/>
            <a:t>Features:</a:t>
          </a:r>
          <a:endParaRPr lang="en-IN"/>
        </a:p>
      </dgm:t>
    </dgm:pt>
    <dgm:pt modelId="{5CCC9560-8A44-4099-9F13-3AADE0049249}" type="parTrans" cxnId="{4DD3518E-689E-48B1-A031-547FF4DF2FFC}">
      <dgm:prSet/>
      <dgm:spPr/>
      <dgm:t>
        <a:bodyPr/>
        <a:lstStyle/>
        <a:p>
          <a:endParaRPr lang="en-IN"/>
        </a:p>
      </dgm:t>
    </dgm:pt>
    <dgm:pt modelId="{08A01D56-0DDF-411E-8975-5B575893B163}" type="sibTrans" cxnId="{4DD3518E-689E-48B1-A031-547FF4DF2FFC}">
      <dgm:prSet/>
      <dgm:spPr/>
      <dgm:t>
        <a:bodyPr/>
        <a:lstStyle/>
        <a:p>
          <a:endParaRPr lang="en-IN"/>
        </a:p>
      </dgm:t>
    </dgm:pt>
    <dgm:pt modelId="{B460C014-7395-4AFD-9F99-0C115F45C1BB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IN" dirty="0"/>
            <a:t>Risk vs Return visualization</a:t>
          </a:r>
        </a:p>
      </dgm:t>
    </dgm:pt>
    <dgm:pt modelId="{A70C8D2C-52AD-4B14-8507-3440BB0E5128}" type="parTrans" cxnId="{DA6CC76C-2F34-4B5D-9AE5-B7DE2B1F3B56}">
      <dgm:prSet/>
      <dgm:spPr/>
      <dgm:t>
        <a:bodyPr/>
        <a:lstStyle/>
        <a:p>
          <a:endParaRPr lang="en-IN"/>
        </a:p>
      </dgm:t>
    </dgm:pt>
    <dgm:pt modelId="{6FE2B70C-C2A7-4E1F-9D06-1ACEF3A1C3EA}" type="sibTrans" cxnId="{DA6CC76C-2F34-4B5D-9AE5-B7DE2B1F3B56}">
      <dgm:prSet/>
      <dgm:spPr/>
      <dgm:t>
        <a:bodyPr/>
        <a:lstStyle/>
        <a:p>
          <a:endParaRPr lang="en-IN"/>
        </a:p>
      </dgm:t>
    </dgm:pt>
    <dgm:pt modelId="{7DB6D5B5-C703-44F9-BBF1-5DB6E0AD6EB9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IN" dirty="0"/>
            <a:t>Portfolio performance comparison</a:t>
          </a:r>
        </a:p>
      </dgm:t>
    </dgm:pt>
    <dgm:pt modelId="{6BCCFDA5-D548-4A6C-B73C-A74753C0AD50}" type="parTrans" cxnId="{8A33137C-CAB7-4309-A293-1F08133FC893}">
      <dgm:prSet/>
      <dgm:spPr/>
      <dgm:t>
        <a:bodyPr/>
        <a:lstStyle/>
        <a:p>
          <a:endParaRPr lang="en-IN"/>
        </a:p>
      </dgm:t>
    </dgm:pt>
    <dgm:pt modelId="{25D57FF6-1D3C-4210-81F5-7804DF2B0545}" type="sibTrans" cxnId="{8A33137C-CAB7-4309-A293-1F08133FC893}">
      <dgm:prSet/>
      <dgm:spPr/>
      <dgm:t>
        <a:bodyPr/>
        <a:lstStyle/>
        <a:p>
          <a:endParaRPr lang="en-IN"/>
        </a:p>
      </dgm:t>
    </dgm:pt>
    <dgm:pt modelId="{42F33ECA-5060-41B6-AB20-BDDE88468820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IN" dirty="0"/>
            <a:t>Investor-based filtering</a:t>
          </a:r>
        </a:p>
      </dgm:t>
    </dgm:pt>
    <dgm:pt modelId="{4B95E0D7-40E1-4337-9C40-6ED365FE5A13}" type="parTrans" cxnId="{9586C510-5A2E-4896-BD56-33EC720A7F66}">
      <dgm:prSet/>
      <dgm:spPr/>
      <dgm:t>
        <a:bodyPr/>
        <a:lstStyle/>
        <a:p>
          <a:endParaRPr lang="en-IN"/>
        </a:p>
      </dgm:t>
    </dgm:pt>
    <dgm:pt modelId="{9DFFB929-B428-4717-9BE7-5606065C7DDA}" type="sibTrans" cxnId="{9586C510-5A2E-4896-BD56-33EC720A7F66}">
      <dgm:prSet/>
      <dgm:spPr/>
      <dgm:t>
        <a:bodyPr/>
        <a:lstStyle/>
        <a:p>
          <a:endParaRPr lang="en-IN"/>
        </a:p>
      </dgm:t>
    </dgm:pt>
    <dgm:pt modelId="{E6577367-9CC0-4898-9503-DC3F01E9F7E1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IN" dirty="0"/>
            <a:t>Interactive stock performance analysis</a:t>
          </a:r>
        </a:p>
      </dgm:t>
    </dgm:pt>
    <dgm:pt modelId="{B6D8A965-6422-4C3C-B079-EB7DF04C5307}" type="parTrans" cxnId="{C20FE2A3-0AA9-4F18-9471-150559324C50}">
      <dgm:prSet/>
      <dgm:spPr/>
      <dgm:t>
        <a:bodyPr/>
        <a:lstStyle/>
        <a:p>
          <a:endParaRPr lang="en-IN"/>
        </a:p>
      </dgm:t>
    </dgm:pt>
    <dgm:pt modelId="{C118A66D-AFC1-405E-9C2B-9F395660EEEB}" type="sibTrans" cxnId="{C20FE2A3-0AA9-4F18-9471-150559324C50}">
      <dgm:prSet/>
      <dgm:spPr/>
      <dgm:t>
        <a:bodyPr/>
        <a:lstStyle/>
        <a:p>
          <a:endParaRPr lang="en-IN"/>
        </a:p>
      </dgm:t>
    </dgm:pt>
    <dgm:pt modelId="{3AE29EBF-1A89-4174-B0FB-34968088D61A}" type="pres">
      <dgm:prSet presAssocID="{0FB5425B-24C8-4950-AC0B-6F2C15E79574}" presName="linear" presStyleCnt="0">
        <dgm:presLayoutVars>
          <dgm:animLvl val="lvl"/>
          <dgm:resizeHandles val="exact"/>
        </dgm:presLayoutVars>
      </dgm:prSet>
      <dgm:spPr/>
    </dgm:pt>
    <dgm:pt modelId="{2BE102CA-6FDF-40F1-BBE0-57786027BB4E}" type="pres">
      <dgm:prSet presAssocID="{9B44B321-8344-44F6-B935-184337C4C3CF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942D4D7D-2390-423A-9096-8C998AC0C457}" type="pres">
      <dgm:prSet presAssocID="{9B44B321-8344-44F6-B935-184337C4C3CF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4ADE9105-A9E4-4BCF-8B86-56676AA2E646}" type="presOf" srcId="{B460C014-7395-4AFD-9F99-0C115F45C1BB}" destId="{942D4D7D-2390-423A-9096-8C998AC0C457}" srcOrd="0" destOrd="0" presId="urn:microsoft.com/office/officeart/2005/8/layout/vList2"/>
    <dgm:cxn modelId="{4394C70F-1EA9-467F-8344-1E12327D0445}" type="presOf" srcId="{7DB6D5B5-C703-44F9-BBF1-5DB6E0AD6EB9}" destId="{942D4D7D-2390-423A-9096-8C998AC0C457}" srcOrd="0" destOrd="1" presId="urn:microsoft.com/office/officeart/2005/8/layout/vList2"/>
    <dgm:cxn modelId="{9586C510-5A2E-4896-BD56-33EC720A7F66}" srcId="{9B44B321-8344-44F6-B935-184337C4C3CF}" destId="{42F33ECA-5060-41B6-AB20-BDDE88468820}" srcOrd="2" destOrd="0" parTransId="{4B95E0D7-40E1-4337-9C40-6ED365FE5A13}" sibTransId="{9DFFB929-B428-4717-9BE7-5606065C7DDA}"/>
    <dgm:cxn modelId="{8F6DF318-728A-44F0-8158-858FE032E819}" type="presOf" srcId="{9B44B321-8344-44F6-B935-184337C4C3CF}" destId="{2BE102CA-6FDF-40F1-BBE0-57786027BB4E}" srcOrd="0" destOrd="0" presId="urn:microsoft.com/office/officeart/2005/8/layout/vList2"/>
    <dgm:cxn modelId="{247AEB32-FE3A-4A76-9C21-FA08C7F397EE}" type="presOf" srcId="{42F33ECA-5060-41B6-AB20-BDDE88468820}" destId="{942D4D7D-2390-423A-9096-8C998AC0C457}" srcOrd="0" destOrd="2" presId="urn:microsoft.com/office/officeart/2005/8/layout/vList2"/>
    <dgm:cxn modelId="{DA6CC76C-2F34-4B5D-9AE5-B7DE2B1F3B56}" srcId="{9B44B321-8344-44F6-B935-184337C4C3CF}" destId="{B460C014-7395-4AFD-9F99-0C115F45C1BB}" srcOrd="0" destOrd="0" parTransId="{A70C8D2C-52AD-4B14-8507-3440BB0E5128}" sibTransId="{6FE2B70C-C2A7-4E1F-9D06-1ACEF3A1C3EA}"/>
    <dgm:cxn modelId="{8A33137C-CAB7-4309-A293-1F08133FC893}" srcId="{9B44B321-8344-44F6-B935-184337C4C3CF}" destId="{7DB6D5B5-C703-44F9-BBF1-5DB6E0AD6EB9}" srcOrd="1" destOrd="0" parTransId="{6BCCFDA5-D548-4A6C-B73C-A74753C0AD50}" sibTransId="{25D57FF6-1D3C-4210-81F5-7804DF2B0545}"/>
    <dgm:cxn modelId="{D06C1B8D-F54D-4833-B3EB-5D2828EBC445}" type="presOf" srcId="{E6577367-9CC0-4898-9503-DC3F01E9F7E1}" destId="{942D4D7D-2390-423A-9096-8C998AC0C457}" srcOrd="0" destOrd="3" presId="urn:microsoft.com/office/officeart/2005/8/layout/vList2"/>
    <dgm:cxn modelId="{4DD3518E-689E-48B1-A031-547FF4DF2FFC}" srcId="{0FB5425B-24C8-4950-AC0B-6F2C15E79574}" destId="{9B44B321-8344-44F6-B935-184337C4C3CF}" srcOrd="0" destOrd="0" parTransId="{5CCC9560-8A44-4099-9F13-3AADE0049249}" sibTransId="{08A01D56-0DDF-411E-8975-5B575893B163}"/>
    <dgm:cxn modelId="{C20FE2A3-0AA9-4F18-9471-150559324C50}" srcId="{9B44B321-8344-44F6-B935-184337C4C3CF}" destId="{E6577367-9CC0-4898-9503-DC3F01E9F7E1}" srcOrd="3" destOrd="0" parTransId="{B6D8A965-6422-4C3C-B079-EB7DF04C5307}" sibTransId="{C118A66D-AFC1-405E-9C2B-9F395660EEEB}"/>
    <dgm:cxn modelId="{C7ABF4AC-0FE1-440A-A059-37BD7103F22A}" type="presOf" srcId="{0FB5425B-24C8-4950-AC0B-6F2C15E79574}" destId="{3AE29EBF-1A89-4174-B0FB-34968088D61A}" srcOrd="0" destOrd="0" presId="urn:microsoft.com/office/officeart/2005/8/layout/vList2"/>
    <dgm:cxn modelId="{9E0A5000-792F-4E31-A6EA-66253E490C90}" type="presParOf" srcId="{3AE29EBF-1A89-4174-B0FB-34968088D61A}" destId="{2BE102CA-6FDF-40F1-BBE0-57786027BB4E}" srcOrd="0" destOrd="0" presId="urn:microsoft.com/office/officeart/2005/8/layout/vList2"/>
    <dgm:cxn modelId="{21576596-A120-4945-9476-AE551B63E750}" type="presParOf" srcId="{3AE29EBF-1A89-4174-B0FB-34968088D61A}" destId="{942D4D7D-2390-423A-9096-8C998AC0C457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3430AFFE-E352-4FB5-AE2F-33ECC9A0574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96AB910-EEEF-488E-A502-6684EA15CBB2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/>
            <a:t>Purpose:</a:t>
          </a:r>
          <a:endParaRPr lang="en-IN" dirty="0"/>
        </a:p>
      </dgm:t>
    </dgm:pt>
    <dgm:pt modelId="{67A5A38D-177A-4BC1-BFC9-D367EC7FB704}" type="parTrans" cxnId="{DCE32878-0D4F-44D9-A68C-FCEE7B588434}">
      <dgm:prSet/>
      <dgm:spPr/>
      <dgm:t>
        <a:bodyPr/>
        <a:lstStyle/>
        <a:p>
          <a:endParaRPr lang="en-IN"/>
        </a:p>
      </dgm:t>
    </dgm:pt>
    <dgm:pt modelId="{735FC052-DE42-4469-8190-E1D3D8185C55}" type="sibTrans" cxnId="{DCE32878-0D4F-44D9-A68C-FCEE7B588434}">
      <dgm:prSet/>
      <dgm:spPr/>
      <dgm:t>
        <a:bodyPr/>
        <a:lstStyle/>
        <a:p>
          <a:endParaRPr lang="en-IN"/>
        </a:p>
      </dgm:t>
    </dgm:pt>
    <dgm:pt modelId="{E4C35195-CDE7-4BF6-BC64-A0389E07683E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None/>
          </a:pPr>
          <a:r>
            <a:rPr lang="en-US" dirty="0"/>
            <a:t>Provides an </a:t>
          </a:r>
          <a:r>
            <a:rPr lang="en-US" b="1" dirty="0"/>
            <a:t>interactive</a:t>
          </a:r>
          <a:endParaRPr lang="en-IN" dirty="0"/>
        </a:p>
      </dgm:t>
    </dgm:pt>
    <dgm:pt modelId="{DB603EDE-E5E6-49BB-92C2-8FBAC7F8F829}" type="parTrans" cxnId="{C47912D7-01FA-4E2E-92E9-9BC707BE7C23}">
      <dgm:prSet/>
      <dgm:spPr/>
      <dgm:t>
        <a:bodyPr/>
        <a:lstStyle/>
        <a:p>
          <a:endParaRPr lang="en-IN"/>
        </a:p>
      </dgm:t>
    </dgm:pt>
    <dgm:pt modelId="{51C991AA-4B8F-48C7-B22F-15A90DCE0AEF}" type="sibTrans" cxnId="{C47912D7-01FA-4E2E-92E9-9BC707BE7C23}">
      <dgm:prSet/>
      <dgm:spPr/>
      <dgm:t>
        <a:bodyPr/>
        <a:lstStyle/>
        <a:p>
          <a:endParaRPr lang="en-IN"/>
        </a:p>
      </dgm:t>
    </dgm:pt>
    <dgm:pt modelId="{27AAC6F4-36E5-4476-806A-607AF994454F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None/>
          </a:pPr>
          <a:r>
            <a:rPr lang="en-US" b="1" dirty="0"/>
            <a:t>dashboard to analyze</a:t>
          </a:r>
          <a:endParaRPr lang="en-IN" dirty="0"/>
        </a:p>
      </dgm:t>
    </dgm:pt>
    <dgm:pt modelId="{CF5AD2BC-5127-4D3E-99C1-15CD20975A45}" type="parTrans" cxnId="{3C854CC5-2281-481F-A6A6-5DA661FDE33A}">
      <dgm:prSet/>
      <dgm:spPr/>
      <dgm:t>
        <a:bodyPr/>
        <a:lstStyle/>
        <a:p>
          <a:endParaRPr lang="en-IN"/>
        </a:p>
      </dgm:t>
    </dgm:pt>
    <dgm:pt modelId="{DACB4028-87E7-4EE4-93EA-326BD6B6975A}" type="sibTrans" cxnId="{3C854CC5-2281-481F-A6A6-5DA661FDE33A}">
      <dgm:prSet/>
      <dgm:spPr/>
      <dgm:t>
        <a:bodyPr/>
        <a:lstStyle/>
        <a:p>
          <a:endParaRPr lang="en-IN"/>
        </a:p>
      </dgm:t>
    </dgm:pt>
    <dgm:pt modelId="{F53A4972-203D-482E-846F-C4F9EC4D53D4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None/>
          </a:pPr>
          <a:r>
            <a:rPr lang="en-US" b="1" dirty="0"/>
            <a:t>portfolio performance,</a:t>
          </a:r>
          <a:endParaRPr lang="en-IN" dirty="0"/>
        </a:p>
      </dgm:t>
    </dgm:pt>
    <dgm:pt modelId="{8B4DF9F1-EA4D-4625-8B16-751117C820F7}" type="parTrans" cxnId="{13FB26A9-F923-4F79-ACE6-5CFF186DF819}">
      <dgm:prSet/>
      <dgm:spPr/>
      <dgm:t>
        <a:bodyPr/>
        <a:lstStyle/>
        <a:p>
          <a:endParaRPr lang="en-IN"/>
        </a:p>
      </dgm:t>
    </dgm:pt>
    <dgm:pt modelId="{40DDE78C-DADA-40B0-BA40-91B587730AE6}" type="sibTrans" cxnId="{13FB26A9-F923-4F79-ACE6-5CFF186DF819}">
      <dgm:prSet/>
      <dgm:spPr/>
      <dgm:t>
        <a:bodyPr/>
        <a:lstStyle/>
        <a:p>
          <a:endParaRPr lang="en-IN"/>
        </a:p>
      </dgm:t>
    </dgm:pt>
    <dgm:pt modelId="{509292C7-97C0-4D3C-964F-39644FF2B1D3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None/>
          </a:pPr>
          <a:r>
            <a:rPr lang="en-US" b="1" dirty="0"/>
            <a:t>risk metrics, and</a:t>
          </a:r>
          <a:endParaRPr lang="en-IN" dirty="0"/>
        </a:p>
      </dgm:t>
    </dgm:pt>
    <dgm:pt modelId="{CD369240-48E8-4930-95EC-4DC2FC861CDB}" type="parTrans" cxnId="{2E7CCBF8-A54A-4672-BC46-7D6AFB94BC13}">
      <dgm:prSet/>
      <dgm:spPr/>
      <dgm:t>
        <a:bodyPr/>
        <a:lstStyle/>
        <a:p>
          <a:endParaRPr lang="en-IN"/>
        </a:p>
      </dgm:t>
    </dgm:pt>
    <dgm:pt modelId="{FCDF8F5E-7EAC-4622-B433-15698411543B}" type="sibTrans" cxnId="{2E7CCBF8-A54A-4672-BC46-7D6AFB94BC13}">
      <dgm:prSet/>
      <dgm:spPr/>
      <dgm:t>
        <a:bodyPr/>
        <a:lstStyle/>
        <a:p>
          <a:endParaRPr lang="en-IN"/>
        </a:p>
      </dgm:t>
    </dgm:pt>
    <dgm:pt modelId="{91104C2B-1514-4A46-BDEF-CCC743C8EA8C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pPr>
            <a:buNone/>
          </a:pPr>
          <a:r>
            <a:rPr lang="en-US" b="1" dirty="0"/>
            <a:t>investment insights.</a:t>
          </a:r>
          <a:endParaRPr lang="en-IN" dirty="0"/>
        </a:p>
      </dgm:t>
    </dgm:pt>
    <dgm:pt modelId="{69712AEA-9041-4CA6-A887-8C3D5DBA12A7}" type="parTrans" cxnId="{B202893D-88FE-49D2-B1D3-2666FD184586}">
      <dgm:prSet/>
      <dgm:spPr/>
      <dgm:t>
        <a:bodyPr/>
        <a:lstStyle/>
        <a:p>
          <a:endParaRPr lang="en-IN"/>
        </a:p>
      </dgm:t>
    </dgm:pt>
    <dgm:pt modelId="{190307BD-1665-438F-9864-2EA4CA2BA6C4}" type="sibTrans" cxnId="{B202893D-88FE-49D2-B1D3-2666FD184586}">
      <dgm:prSet/>
      <dgm:spPr/>
      <dgm:t>
        <a:bodyPr/>
        <a:lstStyle/>
        <a:p>
          <a:endParaRPr lang="en-IN"/>
        </a:p>
      </dgm:t>
    </dgm:pt>
    <dgm:pt modelId="{1C75EE14-D8DA-4BBF-8514-4D5B93C7FB32}" type="pres">
      <dgm:prSet presAssocID="{3430AFFE-E352-4FB5-AE2F-33ECC9A05746}" presName="Name0" presStyleCnt="0">
        <dgm:presLayoutVars>
          <dgm:dir/>
          <dgm:animLvl val="lvl"/>
          <dgm:resizeHandles val="exact"/>
        </dgm:presLayoutVars>
      </dgm:prSet>
      <dgm:spPr/>
    </dgm:pt>
    <dgm:pt modelId="{2BD5BBA7-1217-4229-85B7-0A9237D5384C}" type="pres">
      <dgm:prSet presAssocID="{996AB910-EEEF-488E-A502-6684EA15CBB2}" presName="linNode" presStyleCnt="0"/>
      <dgm:spPr/>
    </dgm:pt>
    <dgm:pt modelId="{C2578132-CA79-4AF7-9FCC-8B258EE35226}" type="pres">
      <dgm:prSet presAssocID="{996AB910-EEEF-488E-A502-6684EA15CBB2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CBCED660-667E-4208-A300-CFA46C98C152}" type="pres">
      <dgm:prSet presAssocID="{996AB910-EEEF-488E-A502-6684EA15CBB2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38B22009-9D7F-4273-B2F0-8461C81C461E}" type="presOf" srcId="{3430AFFE-E352-4FB5-AE2F-33ECC9A05746}" destId="{1C75EE14-D8DA-4BBF-8514-4D5B93C7FB32}" srcOrd="0" destOrd="0" presId="urn:microsoft.com/office/officeart/2005/8/layout/vList5"/>
    <dgm:cxn modelId="{722D6D09-61F5-4867-BE81-E338CF1E812A}" type="presOf" srcId="{996AB910-EEEF-488E-A502-6684EA15CBB2}" destId="{C2578132-CA79-4AF7-9FCC-8B258EE35226}" srcOrd="0" destOrd="0" presId="urn:microsoft.com/office/officeart/2005/8/layout/vList5"/>
    <dgm:cxn modelId="{7091B82E-0E25-479B-B532-AF374753E771}" type="presOf" srcId="{E4C35195-CDE7-4BF6-BC64-A0389E07683E}" destId="{CBCED660-667E-4208-A300-CFA46C98C152}" srcOrd="0" destOrd="0" presId="urn:microsoft.com/office/officeart/2005/8/layout/vList5"/>
    <dgm:cxn modelId="{9C803234-FC35-4338-96D2-773F4BE53C28}" type="presOf" srcId="{F53A4972-203D-482E-846F-C4F9EC4D53D4}" destId="{CBCED660-667E-4208-A300-CFA46C98C152}" srcOrd="0" destOrd="2" presId="urn:microsoft.com/office/officeart/2005/8/layout/vList5"/>
    <dgm:cxn modelId="{C8428536-1317-4FFE-B4B3-A1CA0CBCF274}" type="presOf" srcId="{509292C7-97C0-4D3C-964F-39644FF2B1D3}" destId="{CBCED660-667E-4208-A300-CFA46C98C152}" srcOrd="0" destOrd="3" presId="urn:microsoft.com/office/officeart/2005/8/layout/vList5"/>
    <dgm:cxn modelId="{B202893D-88FE-49D2-B1D3-2666FD184586}" srcId="{996AB910-EEEF-488E-A502-6684EA15CBB2}" destId="{91104C2B-1514-4A46-BDEF-CCC743C8EA8C}" srcOrd="4" destOrd="0" parTransId="{69712AEA-9041-4CA6-A887-8C3D5DBA12A7}" sibTransId="{190307BD-1665-438F-9864-2EA4CA2BA6C4}"/>
    <dgm:cxn modelId="{DBF09376-AD1D-4214-9B70-9288C9694F47}" type="presOf" srcId="{91104C2B-1514-4A46-BDEF-CCC743C8EA8C}" destId="{CBCED660-667E-4208-A300-CFA46C98C152}" srcOrd="0" destOrd="4" presId="urn:microsoft.com/office/officeart/2005/8/layout/vList5"/>
    <dgm:cxn modelId="{DCE32878-0D4F-44D9-A68C-FCEE7B588434}" srcId="{3430AFFE-E352-4FB5-AE2F-33ECC9A05746}" destId="{996AB910-EEEF-488E-A502-6684EA15CBB2}" srcOrd="0" destOrd="0" parTransId="{67A5A38D-177A-4BC1-BFC9-D367EC7FB704}" sibTransId="{735FC052-DE42-4469-8190-E1D3D8185C55}"/>
    <dgm:cxn modelId="{13FB26A9-F923-4F79-ACE6-5CFF186DF819}" srcId="{996AB910-EEEF-488E-A502-6684EA15CBB2}" destId="{F53A4972-203D-482E-846F-C4F9EC4D53D4}" srcOrd="2" destOrd="0" parTransId="{8B4DF9F1-EA4D-4625-8B16-751117C820F7}" sibTransId="{40DDE78C-DADA-40B0-BA40-91B587730AE6}"/>
    <dgm:cxn modelId="{951AA3BB-32A5-4C41-928D-583EE4795647}" type="presOf" srcId="{27AAC6F4-36E5-4476-806A-607AF994454F}" destId="{CBCED660-667E-4208-A300-CFA46C98C152}" srcOrd="0" destOrd="1" presId="urn:microsoft.com/office/officeart/2005/8/layout/vList5"/>
    <dgm:cxn modelId="{3C854CC5-2281-481F-A6A6-5DA661FDE33A}" srcId="{996AB910-EEEF-488E-A502-6684EA15CBB2}" destId="{27AAC6F4-36E5-4476-806A-607AF994454F}" srcOrd="1" destOrd="0" parTransId="{CF5AD2BC-5127-4D3E-99C1-15CD20975A45}" sibTransId="{DACB4028-87E7-4EE4-93EA-326BD6B6975A}"/>
    <dgm:cxn modelId="{C47912D7-01FA-4E2E-92E9-9BC707BE7C23}" srcId="{996AB910-EEEF-488E-A502-6684EA15CBB2}" destId="{E4C35195-CDE7-4BF6-BC64-A0389E07683E}" srcOrd="0" destOrd="0" parTransId="{DB603EDE-E5E6-49BB-92C2-8FBAC7F8F829}" sibTransId="{51C991AA-4B8F-48C7-B22F-15A90DCE0AEF}"/>
    <dgm:cxn modelId="{2E7CCBF8-A54A-4672-BC46-7D6AFB94BC13}" srcId="{996AB910-EEEF-488E-A502-6684EA15CBB2}" destId="{509292C7-97C0-4D3C-964F-39644FF2B1D3}" srcOrd="3" destOrd="0" parTransId="{CD369240-48E8-4930-95EC-4DC2FC861CDB}" sibTransId="{FCDF8F5E-7EAC-4622-B433-15698411543B}"/>
    <dgm:cxn modelId="{A4B2E2EE-7CC2-4CDA-9E3C-BB915BA1EC5C}" type="presParOf" srcId="{1C75EE14-D8DA-4BBF-8514-4D5B93C7FB32}" destId="{2BD5BBA7-1217-4229-85B7-0A9237D5384C}" srcOrd="0" destOrd="0" presId="urn:microsoft.com/office/officeart/2005/8/layout/vList5"/>
    <dgm:cxn modelId="{10CB1066-D9DE-4E9B-82F4-C4C0173F9779}" type="presParOf" srcId="{2BD5BBA7-1217-4229-85B7-0A9237D5384C}" destId="{C2578132-CA79-4AF7-9FCC-8B258EE35226}" srcOrd="0" destOrd="0" presId="urn:microsoft.com/office/officeart/2005/8/layout/vList5"/>
    <dgm:cxn modelId="{E86CFC30-6F4F-4123-BD0F-A47005A1A60A}" type="presParOf" srcId="{2BD5BBA7-1217-4229-85B7-0A9237D5384C}" destId="{CBCED660-667E-4208-A300-CFA46C98C15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C105338E-2CDF-4B1D-89C8-D140D0052D27}" type="doc">
      <dgm:prSet loTypeId="urn:microsoft.com/office/officeart/2005/8/layout/vList2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53ADD7C-6BA6-4CAE-9FCD-8F02F74B0459}">
      <dgm:prSet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IN" dirty="0"/>
            <a:t>               Final Conclusion</a:t>
          </a:r>
        </a:p>
      </dgm:t>
    </dgm:pt>
    <dgm:pt modelId="{91FCD245-11D8-46B4-A2ED-DB77D6A07ED5}" type="parTrans" cxnId="{A6B05E81-0199-4117-9FC3-6D568AFA8555}">
      <dgm:prSet/>
      <dgm:spPr/>
      <dgm:t>
        <a:bodyPr/>
        <a:lstStyle/>
        <a:p>
          <a:endParaRPr lang="en-IN"/>
        </a:p>
      </dgm:t>
    </dgm:pt>
    <dgm:pt modelId="{40461422-32D7-47BF-8D1F-32A027F99CE4}" type="sibTrans" cxnId="{A6B05E81-0199-4117-9FC3-6D568AFA8555}">
      <dgm:prSet/>
      <dgm:spPr/>
      <dgm:t>
        <a:bodyPr/>
        <a:lstStyle/>
        <a:p>
          <a:endParaRPr lang="en-IN"/>
        </a:p>
      </dgm:t>
    </dgm:pt>
    <dgm:pt modelId="{F02BC70F-D819-4192-BF6D-8A22674A6989}" type="pres">
      <dgm:prSet presAssocID="{C105338E-2CDF-4B1D-89C8-D140D0052D27}" presName="linear" presStyleCnt="0">
        <dgm:presLayoutVars>
          <dgm:animLvl val="lvl"/>
          <dgm:resizeHandles val="exact"/>
        </dgm:presLayoutVars>
      </dgm:prSet>
      <dgm:spPr/>
    </dgm:pt>
    <dgm:pt modelId="{A67119CB-D754-4318-A6E9-7A09081F4C0C}" type="pres">
      <dgm:prSet presAssocID="{A53ADD7C-6BA6-4CAE-9FCD-8F02F74B045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8C57628-0894-46B6-8166-ADA584D09ED1}" type="presOf" srcId="{A53ADD7C-6BA6-4CAE-9FCD-8F02F74B0459}" destId="{A67119CB-D754-4318-A6E9-7A09081F4C0C}" srcOrd="0" destOrd="0" presId="urn:microsoft.com/office/officeart/2005/8/layout/vList2"/>
    <dgm:cxn modelId="{A6B05E81-0199-4117-9FC3-6D568AFA8555}" srcId="{C105338E-2CDF-4B1D-89C8-D140D0052D27}" destId="{A53ADD7C-6BA6-4CAE-9FCD-8F02F74B0459}" srcOrd="0" destOrd="0" parTransId="{91FCD245-11D8-46B4-A2ED-DB77D6A07ED5}" sibTransId="{40461422-32D7-47BF-8D1F-32A027F99CE4}"/>
    <dgm:cxn modelId="{F4A78CA0-446F-4343-9478-CE12A0F264E4}" type="presOf" srcId="{C105338E-2CDF-4B1D-89C8-D140D0052D27}" destId="{F02BC70F-D819-4192-BF6D-8A22674A6989}" srcOrd="0" destOrd="0" presId="urn:microsoft.com/office/officeart/2005/8/layout/vList2"/>
    <dgm:cxn modelId="{99E1FCA5-5E47-493E-946A-D7615408AA7F}" type="presParOf" srcId="{F02BC70F-D819-4192-BF6D-8A22674A6989}" destId="{A67119CB-D754-4318-A6E9-7A09081F4C0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A00730FA-13FC-4CCC-8EBE-D918BDD33EC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21A944A-0623-4A08-9112-859734C8F077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sz="2000" b="1" dirty="0"/>
            <a:t>Key Takeaways</a:t>
          </a:r>
          <a:endParaRPr lang="en-IN" sz="2000" dirty="0"/>
        </a:p>
      </dgm:t>
    </dgm:pt>
    <dgm:pt modelId="{5E3BD4FA-A6E9-414C-B97C-70D441B1FAF5}" type="parTrans" cxnId="{6A8DB034-1871-4F2E-BB4C-BF3FABB34D3C}">
      <dgm:prSet/>
      <dgm:spPr/>
      <dgm:t>
        <a:bodyPr/>
        <a:lstStyle/>
        <a:p>
          <a:endParaRPr lang="en-IN"/>
        </a:p>
      </dgm:t>
    </dgm:pt>
    <dgm:pt modelId="{E99A5E2C-C9C7-4AFC-9DAB-5596F058E75E}" type="sibTrans" cxnId="{6A8DB034-1871-4F2E-BB4C-BF3FABB34D3C}">
      <dgm:prSet/>
      <dgm:spPr/>
      <dgm:t>
        <a:bodyPr/>
        <a:lstStyle/>
        <a:p>
          <a:endParaRPr lang="en-IN"/>
        </a:p>
      </dgm:t>
    </dgm:pt>
    <dgm:pt modelId="{D49EE51E-CDE1-4073-9C8E-822F2EB51789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b="1" dirty="0"/>
            <a:t>Technology stocks </a:t>
          </a:r>
          <a:r>
            <a:rPr lang="en-US" b="0" dirty="0"/>
            <a:t>outperformed the market</a:t>
          </a:r>
          <a:endParaRPr lang="en-IN" b="0" dirty="0"/>
        </a:p>
      </dgm:t>
    </dgm:pt>
    <dgm:pt modelId="{74BBFED4-6939-46E6-8629-8C6FC0330CED}" type="parTrans" cxnId="{C0374AC9-171B-492B-868F-B982A03A5BB6}">
      <dgm:prSet/>
      <dgm:spPr/>
      <dgm:t>
        <a:bodyPr/>
        <a:lstStyle/>
        <a:p>
          <a:endParaRPr lang="en-IN"/>
        </a:p>
      </dgm:t>
    </dgm:pt>
    <dgm:pt modelId="{791DB976-FBA1-4034-A1A5-F0A246A1AAD1}" type="sibTrans" cxnId="{C0374AC9-171B-492B-868F-B982A03A5BB6}">
      <dgm:prSet/>
      <dgm:spPr/>
      <dgm:t>
        <a:bodyPr/>
        <a:lstStyle/>
        <a:p>
          <a:endParaRPr lang="en-IN"/>
        </a:p>
      </dgm:t>
    </dgm:pt>
    <dgm:pt modelId="{2D759022-F0D5-4A0A-93B0-5A562752A2A4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b="1" dirty="0"/>
            <a:t>Healthcare stocks </a:t>
          </a:r>
          <a:r>
            <a:rPr lang="en-US" b="0" dirty="0"/>
            <a:t>provided stable returns</a:t>
          </a:r>
          <a:endParaRPr lang="en-IN" b="0" dirty="0"/>
        </a:p>
      </dgm:t>
    </dgm:pt>
    <dgm:pt modelId="{0995F698-5ABD-4B35-A033-E77F3505C465}" type="parTrans" cxnId="{5236C765-86A9-4B83-9E91-A3811B13A96E}">
      <dgm:prSet/>
      <dgm:spPr/>
      <dgm:t>
        <a:bodyPr/>
        <a:lstStyle/>
        <a:p>
          <a:endParaRPr lang="en-IN"/>
        </a:p>
      </dgm:t>
    </dgm:pt>
    <dgm:pt modelId="{7B95B5C0-4EF8-44C3-8186-6634956AF77E}" type="sibTrans" cxnId="{5236C765-86A9-4B83-9E91-A3811B13A96E}">
      <dgm:prSet/>
      <dgm:spPr/>
      <dgm:t>
        <a:bodyPr/>
        <a:lstStyle/>
        <a:p>
          <a:endParaRPr lang="en-IN"/>
        </a:p>
      </dgm:t>
    </dgm:pt>
    <dgm:pt modelId="{E100DBCB-7EA2-49A3-8105-88E673BD403E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b="1" dirty="0"/>
            <a:t>Sector diversification </a:t>
          </a:r>
          <a:r>
            <a:rPr lang="en-IN" b="0" dirty="0"/>
            <a:t>reduces portfolio risk</a:t>
          </a:r>
        </a:p>
      </dgm:t>
    </dgm:pt>
    <dgm:pt modelId="{0505AB3D-3DC4-472C-81CF-727DF086AAD3}" type="parTrans" cxnId="{7A9C2E02-4D7E-40B6-BCC5-7987E80DFE64}">
      <dgm:prSet/>
      <dgm:spPr/>
      <dgm:t>
        <a:bodyPr/>
        <a:lstStyle/>
        <a:p>
          <a:endParaRPr lang="en-IN"/>
        </a:p>
      </dgm:t>
    </dgm:pt>
    <dgm:pt modelId="{F341AB79-DED4-4ACE-B762-0DC54F7FB50E}" type="sibTrans" cxnId="{7A9C2E02-4D7E-40B6-BCC5-7987E80DFE64}">
      <dgm:prSet/>
      <dgm:spPr/>
      <dgm:t>
        <a:bodyPr/>
        <a:lstStyle/>
        <a:p>
          <a:endParaRPr lang="en-IN"/>
        </a:p>
      </dgm:t>
    </dgm:pt>
    <dgm:pt modelId="{F2639D25-DD91-4D05-AC12-446662DC8A46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b="0" dirty="0"/>
            <a:t>Patrick’s portfolio suits conservative investors</a:t>
          </a:r>
        </a:p>
      </dgm:t>
    </dgm:pt>
    <dgm:pt modelId="{DA3D0951-2173-423F-B9A1-FE3F9FDC29C6}" type="parTrans" cxnId="{BE2D5C29-F5A4-4C69-9A53-C0C09D018B58}">
      <dgm:prSet/>
      <dgm:spPr/>
      <dgm:t>
        <a:bodyPr/>
        <a:lstStyle/>
        <a:p>
          <a:endParaRPr lang="en-IN"/>
        </a:p>
      </dgm:t>
    </dgm:pt>
    <dgm:pt modelId="{9EDA1C40-4B25-4ADA-8E66-657A7CA2CA61}" type="sibTrans" cxnId="{BE2D5C29-F5A4-4C69-9A53-C0C09D018B58}">
      <dgm:prSet/>
      <dgm:spPr/>
      <dgm:t>
        <a:bodyPr/>
        <a:lstStyle/>
        <a:p>
          <a:endParaRPr lang="en-IN"/>
        </a:p>
      </dgm:t>
    </dgm:pt>
    <dgm:pt modelId="{F8E371D1-4F4A-4E09-B0FE-6F01D667B60D}">
      <dgm:prSet/>
      <dgm:spPr>
        <a:solidFill>
          <a:schemeClr val="accent4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b="0" dirty="0"/>
            <a:t>Peter’s portfolio offers higher growth potential</a:t>
          </a:r>
          <a:endParaRPr lang="en-IN" b="0" dirty="0"/>
        </a:p>
      </dgm:t>
    </dgm:pt>
    <dgm:pt modelId="{1113893D-F1CC-4C96-B4F8-CA94973D6297}" type="parTrans" cxnId="{128AE274-6BDD-4BBB-8433-63B07A2F4A51}">
      <dgm:prSet/>
      <dgm:spPr/>
      <dgm:t>
        <a:bodyPr/>
        <a:lstStyle/>
        <a:p>
          <a:endParaRPr lang="en-IN"/>
        </a:p>
      </dgm:t>
    </dgm:pt>
    <dgm:pt modelId="{5E7D4200-0DAB-44DE-B51B-840D1C1DD01E}" type="sibTrans" cxnId="{128AE274-6BDD-4BBB-8433-63B07A2F4A51}">
      <dgm:prSet/>
      <dgm:spPr/>
      <dgm:t>
        <a:bodyPr/>
        <a:lstStyle/>
        <a:p>
          <a:endParaRPr lang="en-IN"/>
        </a:p>
      </dgm:t>
    </dgm:pt>
    <dgm:pt modelId="{0A71F49D-A12D-4B11-B3C8-CDBDA8FB8B5A}" type="pres">
      <dgm:prSet presAssocID="{A00730FA-13FC-4CCC-8EBE-D918BDD33EC2}" presName="Name0" presStyleCnt="0">
        <dgm:presLayoutVars>
          <dgm:dir/>
          <dgm:animLvl val="lvl"/>
          <dgm:resizeHandles val="exact"/>
        </dgm:presLayoutVars>
      </dgm:prSet>
      <dgm:spPr/>
    </dgm:pt>
    <dgm:pt modelId="{9AC934B3-A2E9-4FB4-9EAA-D2B4182B13E9}" type="pres">
      <dgm:prSet presAssocID="{A21A944A-0623-4A08-9112-859734C8F077}" presName="linNode" presStyleCnt="0"/>
      <dgm:spPr/>
    </dgm:pt>
    <dgm:pt modelId="{AB15DCA0-9CCE-4906-82B0-F9F8DA03E899}" type="pres">
      <dgm:prSet presAssocID="{A21A944A-0623-4A08-9112-859734C8F077}" presName="parentText" presStyleLbl="node1" presStyleIdx="0" presStyleCnt="1" custLinFactNeighborX="-992" custLinFactNeighborY="-1856">
        <dgm:presLayoutVars>
          <dgm:chMax val="1"/>
          <dgm:bulletEnabled val="1"/>
        </dgm:presLayoutVars>
      </dgm:prSet>
      <dgm:spPr/>
    </dgm:pt>
    <dgm:pt modelId="{4E845F30-2474-4202-9846-B3258F743E7F}" type="pres">
      <dgm:prSet presAssocID="{A21A944A-0623-4A08-9112-859734C8F077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7A9C2E02-4D7E-40B6-BCC5-7987E80DFE64}" srcId="{A21A944A-0623-4A08-9112-859734C8F077}" destId="{E100DBCB-7EA2-49A3-8105-88E673BD403E}" srcOrd="2" destOrd="0" parTransId="{0505AB3D-3DC4-472C-81CF-727DF086AAD3}" sibTransId="{F341AB79-DED4-4ACE-B762-0DC54F7FB50E}"/>
    <dgm:cxn modelId="{458B2718-1C03-4B5E-9A84-F9C9A341CE9D}" type="presOf" srcId="{D49EE51E-CDE1-4073-9C8E-822F2EB51789}" destId="{4E845F30-2474-4202-9846-B3258F743E7F}" srcOrd="0" destOrd="0" presId="urn:microsoft.com/office/officeart/2005/8/layout/vList5"/>
    <dgm:cxn modelId="{BE2D5C29-F5A4-4C69-9A53-C0C09D018B58}" srcId="{A21A944A-0623-4A08-9112-859734C8F077}" destId="{F2639D25-DD91-4D05-AC12-446662DC8A46}" srcOrd="3" destOrd="0" parTransId="{DA3D0951-2173-423F-B9A1-FE3F9FDC29C6}" sibTransId="{9EDA1C40-4B25-4ADA-8E66-657A7CA2CA61}"/>
    <dgm:cxn modelId="{6540622B-5EE3-44A6-BAB0-867B3ED8ACAF}" type="presOf" srcId="{F2639D25-DD91-4D05-AC12-446662DC8A46}" destId="{4E845F30-2474-4202-9846-B3258F743E7F}" srcOrd="0" destOrd="3" presId="urn:microsoft.com/office/officeart/2005/8/layout/vList5"/>
    <dgm:cxn modelId="{6A8DB034-1871-4F2E-BB4C-BF3FABB34D3C}" srcId="{A00730FA-13FC-4CCC-8EBE-D918BDD33EC2}" destId="{A21A944A-0623-4A08-9112-859734C8F077}" srcOrd="0" destOrd="0" parTransId="{5E3BD4FA-A6E9-414C-B97C-70D441B1FAF5}" sibTransId="{E99A5E2C-C9C7-4AFC-9DAB-5596F058E75E}"/>
    <dgm:cxn modelId="{5236C765-86A9-4B83-9E91-A3811B13A96E}" srcId="{A21A944A-0623-4A08-9112-859734C8F077}" destId="{2D759022-F0D5-4A0A-93B0-5A562752A2A4}" srcOrd="1" destOrd="0" parTransId="{0995F698-5ABD-4B35-A033-E77F3505C465}" sibTransId="{7B95B5C0-4EF8-44C3-8186-6634956AF77E}"/>
    <dgm:cxn modelId="{F295584F-BCC4-43DB-B87A-74CC5E657FAE}" type="presOf" srcId="{2D759022-F0D5-4A0A-93B0-5A562752A2A4}" destId="{4E845F30-2474-4202-9846-B3258F743E7F}" srcOrd="0" destOrd="1" presId="urn:microsoft.com/office/officeart/2005/8/layout/vList5"/>
    <dgm:cxn modelId="{27EE2F54-47DF-40C4-BF43-A8A956FE9890}" type="presOf" srcId="{A21A944A-0623-4A08-9112-859734C8F077}" destId="{AB15DCA0-9CCE-4906-82B0-F9F8DA03E899}" srcOrd="0" destOrd="0" presId="urn:microsoft.com/office/officeart/2005/8/layout/vList5"/>
    <dgm:cxn modelId="{128AE274-6BDD-4BBB-8433-63B07A2F4A51}" srcId="{A21A944A-0623-4A08-9112-859734C8F077}" destId="{F8E371D1-4F4A-4E09-B0FE-6F01D667B60D}" srcOrd="4" destOrd="0" parTransId="{1113893D-F1CC-4C96-B4F8-CA94973D6297}" sibTransId="{5E7D4200-0DAB-44DE-B51B-840D1C1DD01E}"/>
    <dgm:cxn modelId="{273F4EC5-1247-43A4-83DA-688584366E50}" type="presOf" srcId="{A00730FA-13FC-4CCC-8EBE-D918BDD33EC2}" destId="{0A71F49D-A12D-4B11-B3C8-CDBDA8FB8B5A}" srcOrd="0" destOrd="0" presId="urn:microsoft.com/office/officeart/2005/8/layout/vList5"/>
    <dgm:cxn modelId="{C0374AC9-171B-492B-868F-B982A03A5BB6}" srcId="{A21A944A-0623-4A08-9112-859734C8F077}" destId="{D49EE51E-CDE1-4073-9C8E-822F2EB51789}" srcOrd="0" destOrd="0" parTransId="{74BBFED4-6939-46E6-8629-8C6FC0330CED}" sibTransId="{791DB976-FBA1-4034-A1A5-F0A246A1AAD1}"/>
    <dgm:cxn modelId="{FBFF4BE2-4F25-44C9-A1A0-A4BED8B01E19}" type="presOf" srcId="{F8E371D1-4F4A-4E09-B0FE-6F01D667B60D}" destId="{4E845F30-2474-4202-9846-B3258F743E7F}" srcOrd="0" destOrd="4" presId="urn:microsoft.com/office/officeart/2005/8/layout/vList5"/>
    <dgm:cxn modelId="{18431AF7-635B-49EC-8273-CA4E59D3AB7C}" type="presOf" srcId="{E100DBCB-7EA2-49A3-8105-88E673BD403E}" destId="{4E845F30-2474-4202-9846-B3258F743E7F}" srcOrd="0" destOrd="2" presId="urn:microsoft.com/office/officeart/2005/8/layout/vList5"/>
    <dgm:cxn modelId="{1C2A4917-B6F3-4EAE-B64B-CFBF72C18C2C}" type="presParOf" srcId="{0A71F49D-A12D-4B11-B3C8-CDBDA8FB8B5A}" destId="{9AC934B3-A2E9-4FB4-9EAA-D2B4182B13E9}" srcOrd="0" destOrd="0" presId="urn:microsoft.com/office/officeart/2005/8/layout/vList5"/>
    <dgm:cxn modelId="{18C14DEB-2843-43FC-8498-4C133ECA5DFD}" type="presParOf" srcId="{9AC934B3-A2E9-4FB4-9EAA-D2B4182B13E9}" destId="{AB15DCA0-9CCE-4906-82B0-F9F8DA03E899}" srcOrd="0" destOrd="0" presId="urn:microsoft.com/office/officeart/2005/8/layout/vList5"/>
    <dgm:cxn modelId="{22942CE2-F252-474C-9710-9FD89B01CBFD}" type="presParOf" srcId="{9AC934B3-A2E9-4FB4-9EAA-D2B4182B13E9}" destId="{4E845F30-2474-4202-9846-B3258F743E7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BC726093-5DC6-43C3-94F4-8F1C7B81EF06}" type="doc">
      <dgm:prSet loTypeId="urn:microsoft.com/office/officeart/2005/8/layout/vList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E9CCC8E-178F-4013-A7EB-066896645ED1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/>
            <a:t>Final </a:t>
          </a:r>
          <a:r>
            <a:rPr lang="en-US"/>
            <a:t>Insight:</a:t>
          </a:r>
          <a:endParaRPr lang="en-IN" dirty="0"/>
        </a:p>
      </dgm:t>
    </dgm:pt>
    <dgm:pt modelId="{C1769722-C816-477C-A6E8-DC80C5B3524F}" type="parTrans" cxnId="{EF8E2376-73F1-444D-AC80-EF89256C975E}">
      <dgm:prSet/>
      <dgm:spPr/>
      <dgm:t>
        <a:bodyPr/>
        <a:lstStyle/>
        <a:p>
          <a:endParaRPr lang="en-IN"/>
        </a:p>
      </dgm:t>
    </dgm:pt>
    <dgm:pt modelId="{1E7BD902-0010-4B1C-8A21-31564CA7440D}" type="sibTrans" cxnId="{EF8E2376-73F1-444D-AC80-EF89256C975E}">
      <dgm:prSet/>
      <dgm:spPr/>
      <dgm:t>
        <a:bodyPr/>
        <a:lstStyle/>
        <a:p>
          <a:endParaRPr lang="en-IN"/>
        </a:p>
      </dgm:t>
    </dgm:pt>
    <dgm:pt modelId="{976EDE95-1FF4-4E4E-9B13-1781C9B28B34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sz="1500" dirty="0"/>
            <a:t>   Data-driven portfolio construction helps </a:t>
          </a:r>
          <a:r>
            <a:rPr lang="en-US" sz="1500" b="0" dirty="0"/>
            <a:t>investors</a:t>
          </a:r>
          <a:r>
            <a:rPr lang="en-US" sz="1500" b="1" dirty="0"/>
            <a:t> balance risk, return, and diversification</a:t>
          </a:r>
          <a:r>
            <a:rPr lang="en-US" sz="1500" dirty="0"/>
            <a:t>.</a:t>
          </a:r>
          <a:endParaRPr lang="en-IN" sz="1500" dirty="0"/>
        </a:p>
      </dgm:t>
    </dgm:pt>
    <dgm:pt modelId="{1954E9CD-9E3C-4782-BCBC-51EABA1BCF95}" type="parTrans" cxnId="{1A27811F-D639-4859-B03F-CE5E6675C77C}">
      <dgm:prSet/>
      <dgm:spPr/>
      <dgm:t>
        <a:bodyPr/>
        <a:lstStyle/>
        <a:p>
          <a:endParaRPr lang="en-IN"/>
        </a:p>
      </dgm:t>
    </dgm:pt>
    <dgm:pt modelId="{84353A93-C9E4-450A-8C21-1114F1B720F0}" type="sibTrans" cxnId="{1A27811F-D639-4859-B03F-CE5E6675C77C}">
      <dgm:prSet/>
      <dgm:spPr/>
      <dgm:t>
        <a:bodyPr/>
        <a:lstStyle/>
        <a:p>
          <a:endParaRPr lang="en-IN"/>
        </a:p>
      </dgm:t>
    </dgm:pt>
    <dgm:pt modelId="{CF5D4E4D-9202-4EB8-97DC-36D2517120B2}" type="pres">
      <dgm:prSet presAssocID="{BC726093-5DC6-43C3-94F4-8F1C7B81EF06}" presName="Name0" presStyleCnt="0">
        <dgm:presLayoutVars>
          <dgm:dir/>
          <dgm:animLvl val="lvl"/>
          <dgm:resizeHandles/>
        </dgm:presLayoutVars>
      </dgm:prSet>
      <dgm:spPr/>
    </dgm:pt>
    <dgm:pt modelId="{17070020-018C-4AA8-8D2A-197D1F06CF4B}" type="pres">
      <dgm:prSet presAssocID="{5E9CCC8E-178F-4013-A7EB-066896645ED1}" presName="linNode" presStyleCnt="0"/>
      <dgm:spPr/>
    </dgm:pt>
    <dgm:pt modelId="{E981A249-C75B-46D7-B327-FB3D37C4E52E}" type="pres">
      <dgm:prSet presAssocID="{5E9CCC8E-178F-4013-A7EB-066896645ED1}" presName="parentShp" presStyleLbl="node1" presStyleIdx="0" presStyleCnt="1">
        <dgm:presLayoutVars>
          <dgm:bulletEnabled val="1"/>
        </dgm:presLayoutVars>
      </dgm:prSet>
      <dgm:spPr/>
    </dgm:pt>
    <dgm:pt modelId="{5FDCB25E-1448-4558-AE37-5E96702D5BDC}" type="pres">
      <dgm:prSet presAssocID="{5E9CCC8E-178F-4013-A7EB-066896645ED1}" presName="childShp" presStyleLbl="bgAccFollowNode1" presStyleIdx="0" presStyleCnt="1" custLinFactNeighborX="2803">
        <dgm:presLayoutVars>
          <dgm:bulletEnabled val="1"/>
        </dgm:presLayoutVars>
      </dgm:prSet>
      <dgm:spPr/>
    </dgm:pt>
  </dgm:ptLst>
  <dgm:cxnLst>
    <dgm:cxn modelId="{4F8E8402-B583-493B-BE5F-7E7C79D599A9}" type="presOf" srcId="{BC726093-5DC6-43C3-94F4-8F1C7B81EF06}" destId="{CF5D4E4D-9202-4EB8-97DC-36D2517120B2}" srcOrd="0" destOrd="0" presId="urn:microsoft.com/office/officeart/2005/8/layout/vList6"/>
    <dgm:cxn modelId="{1A27811F-D639-4859-B03F-CE5E6675C77C}" srcId="{5E9CCC8E-178F-4013-A7EB-066896645ED1}" destId="{976EDE95-1FF4-4E4E-9B13-1781C9B28B34}" srcOrd="0" destOrd="0" parTransId="{1954E9CD-9E3C-4782-BCBC-51EABA1BCF95}" sibTransId="{84353A93-C9E4-450A-8C21-1114F1B720F0}"/>
    <dgm:cxn modelId="{4FF7A51F-7CEC-4992-BA2A-B455F3169A57}" type="presOf" srcId="{5E9CCC8E-178F-4013-A7EB-066896645ED1}" destId="{E981A249-C75B-46D7-B327-FB3D37C4E52E}" srcOrd="0" destOrd="0" presId="urn:microsoft.com/office/officeart/2005/8/layout/vList6"/>
    <dgm:cxn modelId="{03005F4F-2629-44A6-8434-200556E79179}" type="presOf" srcId="{976EDE95-1FF4-4E4E-9B13-1781C9B28B34}" destId="{5FDCB25E-1448-4558-AE37-5E96702D5BDC}" srcOrd="0" destOrd="0" presId="urn:microsoft.com/office/officeart/2005/8/layout/vList6"/>
    <dgm:cxn modelId="{EF8E2376-73F1-444D-AC80-EF89256C975E}" srcId="{BC726093-5DC6-43C3-94F4-8F1C7B81EF06}" destId="{5E9CCC8E-178F-4013-A7EB-066896645ED1}" srcOrd="0" destOrd="0" parTransId="{C1769722-C816-477C-A6E8-DC80C5B3524F}" sibTransId="{1E7BD902-0010-4B1C-8A21-31564CA7440D}"/>
    <dgm:cxn modelId="{E4C0265D-45F2-46C8-B13E-B042C0C9530B}" type="presParOf" srcId="{CF5D4E4D-9202-4EB8-97DC-36D2517120B2}" destId="{17070020-018C-4AA8-8D2A-197D1F06CF4B}" srcOrd="0" destOrd="0" presId="urn:microsoft.com/office/officeart/2005/8/layout/vList6"/>
    <dgm:cxn modelId="{4B50F5BE-54D3-43D0-8DF9-1FDBB17ABDB9}" type="presParOf" srcId="{17070020-018C-4AA8-8D2A-197D1F06CF4B}" destId="{E981A249-C75B-46D7-B327-FB3D37C4E52E}" srcOrd="0" destOrd="0" presId="urn:microsoft.com/office/officeart/2005/8/layout/vList6"/>
    <dgm:cxn modelId="{4E97C51D-FC00-4DAC-8D1A-10C9312F975F}" type="presParOf" srcId="{17070020-018C-4AA8-8D2A-197D1F06CF4B}" destId="{5FDCB25E-1448-4558-AE37-5E96702D5BDC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604B6AFA-B2BE-4E32-B04A-A99CB5B89158}" type="doc">
      <dgm:prSet loTypeId="urn:microsoft.com/office/officeart/2005/8/layout/target3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5ACCF1D-0BB1-4EF1-8A09-71BD92C85872}">
      <dgm:prSet/>
      <dgm:spPr>
        <a:solidFill>
          <a:schemeClr val="accent4">
            <a:lumMod val="50000"/>
            <a:alpha val="90000"/>
          </a:schemeClr>
        </a:solidFill>
      </dgm:spPr>
      <dgm:t>
        <a:bodyPr/>
        <a:lstStyle/>
        <a:p>
          <a:r>
            <a:rPr lang="en-IN" dirty="0">
              <a:solidFill>
                <a:schemeClr val="bg1"/>
              </a:solidFill>
            </a:rPr>
            <a:t>Future Improvements</a:t>
          </a:r>
        </a:p>
      </dgm:t>
    </dgm:pt>
    <dgm:pt modelId="{4BA43F47-DDA4-465A-A3C1-8BDF040FA67C}" type="parTrans" cxnId="{F147E03F-B500-4F09-8B60-26A6F2A99BC5}">
      <dgm:prSet/>
      <dgm:spPr/>
      <dgm:t>
        <a:bodyPr/>
        <a:lstStyle/>
        <a:p>
          <a:endParaRPr lang="en-IN"/>
        </a:p>
      </dgm:t>
    </dgm:pt>
    <dgm:pt modelId="{639CAD65-AE17-47B4-9CC7-DA3A81DBE57E}" type="sibTrans" cxnId="{F147E03F-B500-4F09-8B60-26A6F2A99BC5}">
      <dgm:prSet/>
      <dgm:spPr/>
      <dgm:t>
        <a:bodyPr/>
        <a:lstStyle/>
        <a:p>
          <a:endParaRPr lang="en-IN"/>
        </a:p>
      </dgm:t>
    </dgm:pt>
    <dgm:pt modelId="{588255EB-8B88-46D4-8B8C-1E8522C4AAE8}" type="pres">
      <dgm:prSet presAssocID="{604B6AFA-B2BE-4E32-B04A-A99CB5B89158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6EFFEEDC-E253-48CC-B4B4-C724E838DCC6}" type="pres">
      <dgm:prSet presAssocID="{85ACCF1D-0BB1-4EF1-8A09-71BD92C85872}" presName="circle1" presStyleLbl="node1" presStyleIdx="0" presStyleCnt="1"/>
      <dgm:spPr>
        <a:solidFill>
          <a:schemeClr val="accent4">
            <a:lumMod val="50000"/>
          </a:schemeClr>
        </a:solidFill>
      </dgm:spPr>
    </dgm:pt>
    <dgm:pt modelId="{B4EFDD2B-6D27-40EC-A669-F0C87EC5CB60}" type="pres">
      <dgm:prSet presAssocID="{85ACCF1D-0BB1-4EF1-8A09-71BD92C85872}" presName="space" presStyleCnt="0"/>
      <dgm:spPr/>
    </dgm:pt>
    <dgm:pt modelId="{84058897-9B9B-4D34-B157-6FD9363D5C4A}" type="pres">
      <dgm:prSet presAssocID="{85ACCF1D-0BB1-4EF1-8A09-71BD92C85872}" presName="rect1" presStyleLbl="alignAcc1" presStyleIdx="0" presStyleCnt="1"/>
      <dgm:spPr/>
    </dgm:pt>
    <dgm:pt modelId="{B49D1E53-6C8A-4BDF-BC68-312EE301B957}" type="pres">
      <dgm:prSet presAssocID="{85ACCF1D-0BB1-4EF1-8A09-71BD92C85872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F147E03F-B500-4F09-8B60-26A6F2A99BC5}" srcId="{604B6AFA-B2BE-4E32-B04A-A99CB5B89158}" destId="{85ACCF1D-0BB1-4EF1-8A09-71BD92C85872}" srcOrd="0" destOrd="0" parTransId="{4BA43F47-DDA4-465A-A3C1-8BDF040FA67C}" sibTransId="{639CAD65-AE17-47B4-9CC7-DA3A81DBE57E}"/>
    <dgm:cxn modelId="{A8A1246D-2F0B-415F-8E88-32B3A4ED33A2}" type="presOf" srcId="{85ACCF1D-0BB1-4EF1-8A09-71BD92C85872}" destId="{84058897-9B9B-4D34-B157-6FD9363D5C4A}" srcOrd="0" destOrd="0" presId="urn:microsoft.com/office/officeart/2005/8/layout/target3"/>
    <dgm:cxn modelId="{9E732C99-DA08-4A4C-8E86-4D9584EB3DA4}" type="presOf" srcId="{85ACCF1D-0BB1-4EF1-8A09-71BD92C85872}" destId="{B49D1E53-6C8A-4BDF-BC68-312EE301B957}" srcOrd="1" destOrd="0" presId="urn:microsoft.com/office/officeart/2005/8/layout/target3"/>
    <dgm:cxn modelId="{90D94CF4-ABF3-42B1-A671-2FAF686DE93D}" type="presOf" srcId="{604B6AFA-B2BE-4E32-B04A-A99CB5B89158}" destId="{588255EB-8B88-46D4-8B8C-1E8522C4AAE8}" srcOrd="0" destOrd="0" presId="urn:microsoft.com/office/officeart/2005/8/layout/target3"/>
    <dgm:cxn modelId="{8E256BD3-68CF-457A-88A6-8441E621BFFE}" type="presParOf" srcId="{588255EB-8B88-46D4-8B8C-1E8522C4AAE8}" destId="{6EFFEEDC-E253-48CC-B4B4-C724E838DCC6}" srcOrd="0" destOrd="0" presId="urn:microsoft.com/office/officeart/2005/8/layout/target3"/>
    <dgm:cxn modelId="{7F83F847-EF4F-4AF5-8AFB-D791A875CA54}" type="presParOf" srcId="{588255EB-8B88-46D4-8B8C-1E8522C4AAE8}" destId="{B4EFDD2B-6D27-40EC-A669-F0C87EC5CB60}" srcOrd="1" destOrd="0" presId="urn:microsoft.com/office/officeart/2005/8/layout/target3"/>
    <dgm:cxn modelId="{4DDF0E55-7668-4B21-A638-33AF580846A7}" type="presParOf" srcId="{588255EB-8B88-46D4-8B8C-1E8522C4AAE8}" destId="{84058897-9B9B-4D34-B157-6FD9363D5C4A}" srcOrd="2" destOrd="0" presId="urn:microsoft.com/office/officeart/2005/8/layout/target3"/>
    <dgm:cxn modelId="{4F78C3F8-A8E1-4CFF-9BA8-AB1E2A0F599F}" type="presParOf" srcId="{588255EB-8B88-46D4-8B8C-1E8522C4AAE8}" destId="{B49D1E53-6C8A-4BDF-BC68-312EE301B957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A8E030B4-D2F6-4AD4-BC8C-6E3B805058A6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E05DEF5-F1AF-4A8D-9210-59762F28F5A6}">
      <dgm:prSet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b="0" i="0" baseline="0"/>
            <a:t>Include more asset classes (ETFs, bonds)</a:t>
          </a:r>
          <a:endParaRPr lang="en-IN"/>
        </a:p>
      </dgm:t>
    </dgm:pt>
    <dgm:pt modelId="{C3F2CE16-B779-4CC8-A37A-0ADA54C2CA83}" type="parTrans" cxnId="{253AC012-18A2-4DAB-9C62-DC6E9CE3979A}">
      <dgm:prSet/>
      <dgm:spPr/>
      <dgm:t>
        <a:bodyPr/>
        <a:lstStyle/>
        <a:p>
          <a:endParaRPr lang="en-IN"/>
        </a:p>
      </dgm:t>
    </dgm:pt>
    <dgm:pt modelId="{E3514437-FF7C-4855-80CE-005391EEAB24}" type="sibTrans" cxnId="{253AC012-18A2-4DAB-9C62-DC6E9CE3979A}">
      <dgm:prSet/>
      <dgm:spPr/>
      <dgm:t>
        <a:bodyPr/>
        <a:lstStyle/>
        <a:p>
          <a:endParaRPr lang="en-IN"/>
        </a:p>
      </dgm:t>
    </dgm:pt>
    <dgm:pt modelId="{937F0A36-BB74-4649-88BF-FBC0F8F6EDD4}">
      <dgm:prSet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b="0" i="0" baseline="0" dirty="0"/>
            <a:t>Portfolio optimization using the Efficient Frontier model</a:t>
          </a:r>
          <a:endParaRPr lang="en-IN" dirty="0"/>
        </a:p>
      </dgm:t>
    </dgm:pt>
    <dgm:pt modelId="{47A14CC3-B18F-4695-9CDD-8249F7403FBA}" type="parTrans" cxnId="{2D4E233A-D013-493C-A078-3952BD70D86B}">
      <dgm:prSet/>
      <dgm:spPr/>
      <dgm:t>
        <a:bodyPr/>
        <a:lstStyle/>
        <a:p>
          <a:endParaRPr lang="en-IN"/>
        </a:p>
      </dgm:t>
    </dgm:pt>
    <dgm:pt modelId="{0F08F288-7255-4257-86BB-F970F935BC57}" type="sibTrans" cxnId="{2D4E233A-D013-493C-A078-3952BD70D86B}">
      <dgm:prSet/>
      <dgm:spPr/>
      <dgm:t>
        <a:bodyPr/>
        <a:lstStyle/>
        <a:p>
          <a:endParaRPr lang="en-IN"/>
        </a:p>
      </dgm:t>
    </dgm:pt>
    <dgm:pt modelId="{26B6F9EF-80CF-4FC5-A1DE-BE3642BE2354}">
      <dgm:prSet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US" b="0" i="0" baseline="0" dirty="0"/>
            <a:t>Machine learning models for stock price prediction</a:t>
          </a:r>
          <a:endParaRPr lang="en-IN" dirty="0"/>
        </a:p>
      </dgm:t>
    </dgm:pt>
    <dgm:pt modelId="{12EEC27F-A136-4ACD-8A11-38854FAFC23A}" type="parTrans" cxnId="{D98FEBCA-138D-4E1B-BF4A-1D8F4E8C1322}">
      <dgm:prSet/>
      <dgm:spPr/>
      <dgm:t>
        <a:bodyPr/>
        <a:lstStyle/>
        <a:p>
          <a:endParaRPr lang="en-IN"/>
        </a:p>
      </dgm:t>
    </dgm:pt>
    <dgm:pt modelId="{C002C669-E3A1-474E-8F06-34AE7ED9D1D9}" type="sibTrans" cxnId="{D98FEBCA-138D-4E1B-BF4A-1D8F4E8C1322}">
      <dgm:prSet/>
      <dgm:spPr/>
      <dgm:t>
        <a:bodyPr/>
        <a:lstStyle/>
        <a:p>
          <a:endParaRPr lang="en-IN"/>
        </a:p>
      </dgm:t>
    </dgm:pt>
    <dgm:pt modelId="{68FFC7BF-23C9-41F3-B29B-8E3C5F558C2F}">
      <dgm:prSet/>
      <dgm:spPr>
        <a:solidFill>
          <a:schemeClr val="accent4">
            <a:lumMod val="75000"/>
          </a:schemeClr>
        </a:solidFill>
        <a:ln>
          <a:solidFill>
            <a:schemeClr val="accent4">
              <a:lumMod val="50000"/>
            </a:schemeClr>
          </a:solidFill>
        </a:ln>
      </dgm:spPr>
      <dgm:t>
        <a:bodyPr/>
        <a:lstStyle/>
        <a:p>
          <a:r>
            <a:rPr lang="en-IN" b="0" i="0" baseline="0" dirty="0"/>
            <a:t>Real-time portfolio monitoring dashboards</a:t>
          </a:r>
          <a:endParaRPr lang="en-IN" dirty="0"/>
        </a:p>
      </dgm:t>
    </dgm:pt>
    <dgm:pt modelId="{D2D7D537-93E2-40A4-B631-27B816AF336E}" type="parTrans" cxnId="{B1DEA36E-32E2-472D-B8D2-BC2AF0E52F81}">
      <dgm:prSet/>
      <dgm:spPr/>
      <dgm:t>
        <a:bodyPr/>
        <a:lstStyle/>
        <a:p>
          <a:endParaRPr lang="en-IN"/>
        </a:p>
      </dgm:t>
    </dgm:pt>
    <dgm:pt modelId="{E7A3C0A0-C539-4F9C-8528-9AC91EBED7D3}" type="sibTrans" cxnId="{B1DEA36E-32E2-472D-B8D2-BC2AF0E52F81}">
      <dgm:prSet/>
      <dgm:spPr/>
      <dgm:t>
        <a:bodyPr/>
        <a:lstStyle/>
        <a:p>
          <a:endParaRPr lang="en-IN"/>
        </a:p>
      </dgm:t>
    </dgm:pt>
    <dgm:pt modelId="{2C4FB77C-411A-4FDF-87FC-6D64BEE25E5C}" type="pres">
      <dgm:prSet presAssocID="{A8E030B4-D2F6-4AD4-BC8C-6E3B805058A6}" presName="Name0" presStyleCnt="0">
        <dgm:presLayoutVars>
          <dgm:dir/>
          <dgm:resizeHandles val="exact"/>
        </dgm:presLayoutVars>
      </dgm:prSet>
      <dgm:spPr/>
    </dgm:pt>
    <dgm:pt modelId="{7C080ACB-4A1B-4945-AFE3-49A7BDE8925F}" type="pres">
      <dgm:prSet presAssocID="{A8E030B4-D2F6-4AD4-BC8C-6E3B805058A6}" presName="fgShape" presStyleLbl="fgShp" presStyleIdx="0" presStyleCnt="1"/>
      <dgm:spPr>
        <a:solidFill>
          <a:schemeClr val="accent4">
            <a:lumMod val="20000"/>
            <a:lumOff val="80000"/>
          </a:schemeClr>
        </a:solidFill>
      </dgm:spPr>
    </dgm:pt>
    <dgm:pt modelId="{34609FF8-6930-44D5-B5A7-4D0A504B901E}" type="pres">
      <dgm:prSet presAssocID="{A8E030B4-D2F6-4AD4-BC8C-6E3B805058A6}" presName="linComp" presStyleCnt="0"/>
      <dgm:spPr/>
    </dgm:pt>
    <dgm:pt modelId="{6D6DC8D6-B708-4D56-82CD-A17E4A1267EA}" type="pres">
      <dgm:prSet presAssocID="{4E05DEF5-F1AF-4A8D-9210-59762F28F5A6}" presName="compNode" presStyleCnt="0"/>
      <dgm:spPr/>
    </dgm:pt>
    <dgm:pt modelId="{88D28B89-6455-4D2F-9153-67F2274DEB61}" type="pres">
      <dgm:prSet presAssocID="{4E05DEF5-F1AF-4A8D-9210-59762F28F5A6}" presName="bkgdShape" presStyleLbl="node1" presStyleIdx="0" presStyleCnt="4"/>
      <dgm:spPr/>
    </dgm:pt>
    <dgm:pt modelId="{8D89852F-DD61-4995-A882-D8B760D074E0}" type="pres">
      <dgm:prSet presAssocID="{4E05DEF5-F1AF-4A8D-9210-59762F28F5A6}" presName="nodeTx" presStyleLbl="node1" presStyleIdx="0" presStyleCnt="4">
        <dgm:presLayoutVars>
          <dgm:bulletEnabled val="1"/>
        </dgm:presLayoutVars>
      </dgm:prSet>
      <dgm:spPr/>
    </dgm:pt>
    <dgm:pt modelId="{A9E52CAB-44BD-446B-9C16-4F69C4C9CDB7}" type="pres">
      <dgm:prSet presAssocID="{4E05DEF5-F1AF-4A8D-9210-59762F28F5A6}" presName="invisiNode" presStyleLbl="node1" presStyleIdx="0" presStyleCnt="4"/>
      <dgm:spPr/>
    </dgm:pt>
    <dgm:pt modelId="{D49C5272-A1D5-49A5-8896-50BE1D51EE84}" type="pres">
      <dgm:prSet presAssocID="{4E05DEF5-F1AF-4A8D-9210-59762F28F5A6}" presName="imagNode" presStyleLbl="fgImgPlace1" presStyleIdx="0" presStyleCnt="4" custScaleY="94410" custLinFactNeighborX="905"/>
      <dgm:spPr>
        <a:blipFill dpi="0" rotWithShape="1">
          <a:blip xmlns:r="http://schemas.openxmlformats.org/officeDocument/2006/relationships" r:embed="rId1">
            <a:alphaModFix amt="70000"/>
          </a:blip>
          <a:srcRect/>
          <a:stretch>
            <a:fillRect l="12733" t="17105" r="12733" b="17105"/>
          </a:stretch>
        </a:blipFill>
        <a:ln>
          <a:noFill/>
        </a:ln>
      </dgm:spPr>
    </dgm:pt>
    <dgm:pt modelId="{0DAAFB71-12B7-4DA2-BC3F-B0C72D4CE853}" type="pres">
      <dgm:prSet presAssocID="{E3514437-FF7C-4855-80CE-005391EEAB24}" presName="sibTrans" presStyleLbl="sibTrans2D1" presStyleIdx="0" presStyleCnt="0"/>
      <dgm:spPr/>
    </dgm:pt>
    <dgm:pt modelId="{DD994E77-04EF-4142-8B9C-BEB5F68AF90E}" type="pres">
      <dgm:prSet presAssocID="{937F0A36-BB74-4649-88BF-FBC0F8F6EDD4}" presName="compNode" presStyleCnt="0"/>
      <dgm:spPr/>
    </dgm:pt>
    <dgm:pt modelId="{8AB0B3FF-8853-4B6B-9622-26F64571F5DC}" type="pres">
      <dgm:prSet presAssocID="{937F0A36-BB74-4649-88BF-FBC0F8F6EDD4}" presName="bkgdShape" presStyleLbl="node1" presStyleIdx="1" presStyleCnt="4"/>
      <dgm:spPr/>
    </dgm:pt>
    <dgm:pt modelId="{530BDBC7-A9A3-4614-8539-333D28DB74AA}" type="pres">
      <dgm:prSet presAssocID="{937F0A36-BB74-4649-88BF-FBC0F8F6EDD4}" presName="nodeTx" presStyleLbl="node1" presStyleIdx="1" presStyleCnt="4">
        <dgm:presLayoutVars>
          <dgm:bulletEnabled val="1"/>
        </dgm:presLayoutVars>
      </dgm:prSet>
      <dgm:spPr/>
    </dgm:pt>
    <dgm:pt modelId="{AA408309-8707-4138-AADA-67F7554249C5}" type="pres">
      <dgm:prSet presAssocID="{937F0A36-BB74-4649-88BF-FBC0F8F6EDD4}" presName="invisiNode" presStyleLbl="node1" presStyleIdx="1" presStyleCnt="4"/>
      <dgm:spPr/>
    </dgm:pt>
    <dgm:pt modelId="{BECECE36-C9D2-4A5E-A08D-943EE72A954E}" type="pres">
      <dgm:prSet presAssocID="{937F0A36-BB74-4649-88BF-FBC0F8F6EDD4}" presName="imagNode" presStyleLbl="fgImgPlace1" presStyleIdx="1" presStyleCnt="4"/>
      <dgm:spPr>
        <a:blipFill dpi="0" rotWithShape="1">
          <a:blip xmlns:r="http://schemas.openxmlformats.org/officeDocument/2006/relationships" r:embed="rId2">
            <a:alphaModFix amt="66000"/>
          </a:blip>
          <a:srcRect/>
          <a:stretch>
            <a:fillRect/>
          </a:stretch>
        </a:blipFill>
        <a:ln>
          <a:noFill/>
        </a:ln>
      </dgm:spPr>
    </dgm:pt>
    <dgm:pt modelId="{7C76F53A-C91E-4677-829F-BC76D4732DE8}" type="pres">
      <dgm:prSet presAssocID="{0F08F288-7255-4257-86BB-F970F935BC57}" presName="sibTrans" presStyleLbl="sibTrans2D1" presStyleIdx="0" presStyleCnt="0"/>
      <dgm:spPr/>
    </dgm:pt>
    <dgm:pt modelId="{EFA14E7E-4855-400A-957B-C959BAB057D0}" type="pres">
      <dgm:prSet presAssocID="{26B6F9EF-80CF-4FC5-A1DE-BE3642BE2354}" presName="compNode" presStyleCnt="0"/>
      <dgm:spPr/>
    </dgm:pt>
    <dgm:pt modelId="{1C7213AF-A92C-411C-B38C-28DB0D115C92}" type="pres">
      <dgm:prSet presAssocID="{26B6F9EF-80CF-4FC5-A1DE-BE3642BE2354}" presName="bkgdShape" presStyleLbl="node1" presStyleIdx="2" presStyleCnt="4"/>
      <dgm:spPr/>
    </dgm:pt>
    <dgm:pt modelId="{6537C0A8-4F0E-49DB-8478-C453BB095912}" type="pres">
      <dgm:prSet presAssocID="{26B6F9EF-80CF-4FC5-A1DE-BE3642BE2354}" presName="nodeTx" presStyleLbl="node1" presStyleIdx="2" presStyleCnt="4">
        <dgm:presLayoutVars>
          <dgm:bulletEnabled val="1"/>
        </dgm:presLayoutVars>
      </dgm:prSet>
      <dgm:spPr/>
    </dgm:pt>
    <dgm:pt modelId="{5355DFFA-F9EB-4627-843B-81B449C01CAF}" type="pres">
      <dgm:prSet presAssocID="{26B6F9EF-80CF-4FC5-A1DE-BE3642BE2354}" presName="invisiNode" presStyleLbl="node1" presStyleIdx="2" presStyleCnt="4"/>
      <dgm:spPr/>
    </dgm:pt>
    <dgm:pt modelId="{E2C017D8-F71A-4A08-82B9-C4C39AFB90D6}" type="pres">
      <dgm:prSet presAssocID="{26B6F9EF-80CF-4FC5-A1DE-BE3642BE2354}" presName="imagNode" presStyleLbl="fgImgPlace1" presStyleIdx="2" presStyleCnt="4"/>
      <dgm:spPr>
        <a:blipFill dpi="0" rotWithShape="1">
          <a:blip xmlns:r="http://schemas.openxmlformats.org/officeDocument/2006/relationships" r:embed="rId3">
            <a:alphaModFix amt="78000"/>
          </a:blip>
          <a:srcRect/>
          <a:stretch>
            <a:fillRect l="5279" t="10249" r="5279" b="10249"/>
          </a:stretch>
        </a:blipFill>
        <a:ln>
          <a:noFill/>
        </a:ln>
      </dgm:spPr>
    </dgm:pt>
    <dgm:pt modelId="{77DD83D2-F65A-4A92-9E8D-CDA31D477EA5}" type="pres">
      <dgm:prSet presAssocID="{C002C669-E3A1-474E-8F06-34AE7ED9D1D9}" presName="sibTrans" presStyleLbl="sibTrans2D1" presStyleIdx="0" presStyleCnt="0"/>
      <dgm:spPr/>
    </dgm:pt>
    <dgm:pt modelId="{C983519D-C5B7-48E1-9479-FD0A7716D3BC}" type="pres">
      <dgm:prSet presAssocID="{68FFC7BF-23C9-41F3-B29B-8E3C5F558C2F}" presName="compNode" presStyleCnt="0"/>
      <dgm:spPr/>
    </dgm:pt>
    <dgm:pt modelId="{09F5D81E-89B1-421E-8754-9577A3C51E77}" type="pres">
      <dgm:prSet presAssocID="{68FFC7BF-23C9-41F3-B29B-8E3C5F558C2F}" presName="bkgdShape" presStyleLbl="node1" presStyleIdx="3" presStyleCnt="4"/>
      <dgm:spPr/>
    </dgm:pt>
    <dgm:pt modelId="{15A82724-9BED-45AF-92C6-6E5E0B68179D}" type="pres">
      <dgm:prSet presAssocID="{68FFC7BF-23C9-41F3-B29B-8E3C5F558C2F}" presName="nodeTx" presStyleLbl="node1" presStyleIdx="3" presStyleCnt="4">
        <dgm:presLayoutVars>
          <dgm:bulletEnabled val="1"/>
        </dgm:presLayoutVars>
      </dgm:prSet>
      <dgm:spPr/>
    </dgm:pt>
    <dgm:pt modelId="{A9488342-C8D6-470D-BD5D-7B704CA8C348}" type="pres">
      <dgm:prSet presAssocID="{68FFC7BF-23C9-41F3-B29B-8E3C5F558C2F}" presName="invisiNode" presStyleLbl="node1" presStyleIdx="3" presStyleCnt="4"/>
      <dgm:spPr/>
    </dgm:pt>
    <dgm:pt modelId="{C852B726-5D75-4A04-8ECF-AAF4EFD93DC2}" type="pres">
      <dgm:prSet presAssocID="{68FFC7BF-23C9-41F3-B29B-8E3C5F558C2F}" presName="imagNode" presStyleLbl="fgImgPlace1" presStyleIdx="3" presStyleCnt="4" custScaleX="99379" custScaleY="91926"/>
      <dgm:spPr>
        <a:blipFill dpi="0" rotWithShape="1">
          <a:blip xmlns:r="http://schemas.openxmlformats.org/officeDocument/2006/relationships" r:embed="rId4">
            <a:alphaModFix amt="76000"/>
          </a:blip>
          <a:srcRect/>
          <a:stretch>
            <a:fillRect l="8750" t="8108" r="8750" b="8108"/>
          </a:stretch>
        </a:blipFill>
        <a:ln>
          <a:noFill/>
        </a:ln>
      </dgm:spPr>
    </dgm:pt>
  </dgm:ptLst>
  <dgm:cxnLst>
    <dgm:cxn modelId="{E4402D0A-66E5-4AC6-BA58-D357EEFA5D76}" type="presOf" srcId="{68FFC7BF-23C9-41F3-B29B-8E3C5F558C2F}" destId="{09F5D81E-89B1-421E-8754-9577A3C51E77}" srcOrd="0" destOrd="0" presId="urn:microsoft.com/office/officeart/2005/8/layout/hList7"/>
    <dgm:cxn modelId="{8EC30A0D-38A8-40FC-B58E-7C104B451D8B}" type="presOf" srcId="{C002C669-E3A1-474E-8F06-34AE7ED9D1D9}" destId="{77DD83D2-F65A-4A92-9E8D-CDA31D477EA5}" srcOrd="0" destOrd="0" presId="urn:microsoft.com/office/officeart/2005/8/layout/hList7"/>
    <dgm:cxn modelId="{253AC012-18A2-4DAB-9C62-DC6E9CE3979A}" srcId="{A8E030B4-D2F6-4AD4-BC8C-6E3B805058A6}" destId="{4E05DEF5-F1AF-4A8D-9210-59762F28F5A6}" srcOrd="0" destOrd="0" parTransId="{C3F2CE16-B779-4CC8-A37A-0ADA54C2CA83}" sibTransId="{E3514437-FF7C-4855-80CE-005391EEAB24}"/>
    <dgm:cxn modelId="{B9AE9017-60CE-4354-A7B9-E1C1C27D9532}" type="presOf" srcId="{A8E030B4-D2F6-4AD4-BC8C-6E3B805058A6}" destId="{2C4FB77C-411A-4FDF-87FC-6D64BEE25E5C}" srcOrd="0" destOrd="0" presId="urn:microsoft.com/office/officeart/2005/8/layout/hList7"/>
    <dgm:cxn modelId="{DEE57737-C5E9-42C4-99F5-F75C36176897}" type="presOf" srcId="{26B6F9EF-80CF-4FC5-A1DE-BE3642BE2354}" destId="{1C7213AF-A92C-411C-B38C-28DB0D115C92}" srcOrd="0" destOrd="0" presId="urn:microsoft.com/office/officeart/2005/8/layout/hList7"/>
    <dgm:cxn modelId="{2D4E233A-D013-493C-A078-3952BD70D86B}" srcId="{A8E030B4-D2F6-4AD4-BC8C-6E3B805058A6}" destId="{937F0A36-BB74-4649-88BF-FBC0F8F6EDD4}" srcOrd="1" destOrd="0" parTransId="{47A14CC3-B18F-4695-9CDD-8249F7403FBA}" sibTransId="{0F08F288-7255-4257-86BB-F970F935BC57}"/>
    <dgm:cxn modelId="{729DF648-DCA3-4BA6-8E95-425E727C5A22}" type="presOf" srcId="{937F0A36-BB74-4649-88BF-FBC0F8F6EDD4}" destId="{8AB0B3FF-8853-4B6B-9622-26F64571F5DC}" srcOrd="0" destOrd="0" presId="urn:microsoft.com/office/officeart/2005/8/layout/hList7"/>
    <dgm:cxn modelId="{B1DEA36E-32E2-472D-B8D2-BC2AF0E52F81}" srcId="{A8E030B4-D2F6-4AD4-BC8C-6E3B805058A6}" destId="{68FFC7BF-23C9-41F3-B29B-8E3C5F558C2F}" srcOrd="3" destOrd="0" parTransId="{D2D7D537-93E2-40A4-B631-27B816AF336E}" sibTransId="{E7A3C0A0-C539-4F9C-8528-9AC91EBED7D3}"/>
    <dgm:cxn modelId="{DBDB367C-E35E-4FBB-891A-4200BAF03414}" type="presOf" srcId="{4E05DEF5-F1AF-4A8D-9210-59762F28F5A6}" destId="{88D28B89-6455-4D2F-9153-67F2274DEB61}" srcOrd="0" destOrd="0" presId="urn:microsoft.com/office/officeart/2005/8/layout/hList7"/>
    <dgm:cxn modelId="{50F0EB96-9E84-40B0-A68B-2DC3E22F892D}" type="presOf" srcId="{26B6F9EF-80CF-4FC5-A1DE-BE3642BE2354}" destId="{6537C0A8-4F0E-49DB-8478-C453BB095912}" srcOrd="1" destOrd="0" presId="urn:microsoft.com/office/officeart/2005/8/layout/hList7"/>
    <dgm:cxn modelId="{A0AE16A0-8D65-4E3A-BF28-C37E32F54431}" type="presOf" srcId="{937F0A36-BB74-4649-88BF-FBC0F8F6EDD4}" destId="{530BDBC7-A9A3-4614-8539-333D28DB74AA}" srcOrd="1" destOrd="0" presId="urn:microsoft.com/office/officeart/2005/8/layout/hList7"/>
    <dgm:cxn modelId="{D98FEBCA-138D-4E1B-BF4A-1D8F4E8C1322}" srcId="{A8E030B4-D2F6-4AD4-BC8C-6E3B805058A6}" destId="{26B6F9EF-80CF-4FC5-A1DE-BE3642BE2354}" srcOrd="2" destOrd="0" parTransId="{12EEC27F-A136-4ACD-8A11-38854FAFC23A}" sibTransId="{C002C669-E3A1-474E-8F06-34AE7ED9D1D9}"/>
    <dgm:cxn modelId="{4F23ACE7-C226-41A5-9D36-8D8EAD9736D3}" type="presOf" srcId="{4E05DEF5-F1AF-4A8D-9210-59762F28F5A6}" destId="{8D89852F-DD61-4995-A882-D8B760D074E0}" srcOrd="1" destOrd="0" presId="urn:microsoft.com/office/officeart/2005/8/layout/hList7"/>
    <dgm:cxn modelId="{8576DDE9-43DA-47BE-841D-D9837209E8CB}" type="presOf" srcId="{E3514437-FF7C-4855-80CE-005391EEAB24}" destId="{0DAAFB71-12B7-4DA2-BC3F-B0C72D4CE853}" srcOrd="0" destOrd="0" presId="urn:microsoft.com/office/officeart/2005/8/layout/hList7"/>
    <dgm:cxn modelId="{5B135BF8-22BF-44DE-ADA5-3DC83754944A}" type="presOf" srcId="{0F08F288-7255-4257-86BB-F970F935BC57}" destId="{7C76F53A-C91E-4677-829F-BC76D4732DE8}" srcOrd="0" destOrd="0" presId="urn:microsoft.com/office/officeart/2005/8/layout/hList7"/>
    <dgm:cxn modelId="{DD78A7FD-A934-42AA-826D-7ED4764C7950}" type="presOf" srcId="{68FFC7BF-23C9-41F3-B29B-8E3C5F558C2F}" destId="{15A82724-9BED-45AF-92C6-6E5E0B68179D}" srcOrd="1" destOrd="0" presId="urn:microsoft.com/office/officeart/2005/8/layout/hList7"/>
    <dgm:cxn modelId="{C3B8D79E-92B4-4BA4-9F1A-D5321379D0E6}" type="presParOf" srcId="{2C4FB77C-411A-4FDF-87FC-6D64BEE25E5C}" destId="{7C080ACB-4A1B-4945-AFE3-49A7BDE8925F}" srcOrd="0" destOrd="0" presId="urn:microsoft.com/office/officeart/2005/8/layout/hList7"/>
    <dgm:cxn modelId="{1C4A9899-9D01-4B04-86C7-E6C9ECC04103}" type="presParOf" srcId="{2C4FB77C-411A-4FDF-87FC-6D64BEE25E5C}" destId="{34609FF8-6930-44D5-B5A7-4D0A504B901E}" srcOrd="1" destOrd="0" presId="urn:microsoft.com/office/officeart/2005/8/layout/hList7"/>
    <dgm:cxn modelId="{F17A38E4-3B8F-49E6-96F4-2073A4DB6FD9}" type="presParOf" srcId="{34609FF8-6930-44D5-B5A7-4D0A504B901E}" destId="{6D6DC8D6-B708-4D56-82CD-A17E4A1267EA}" srcOrd="0" destOrd="0" presId="urn:microsoft.com/office/officeart/2005/8/layout/hList7"/>
    <dgm:cxn modelId="{CCB29FB9-0C3C-4671-A1CA-8A710612E118}" type="presParOf" srcId="{6D6DC8D6-B708-4D56-82CD-A17E4A1267EA}" destId="{88D28B89-6455-4D2F-9153-67F2274DEB61}" srcOrd="0" destOrd="0" presId="urn:microsoft.com/office/officeart/2005/8/layout/hList7"/>
    <dgm:cxn modelId="{A03E2CC0-9EBE-4567-9D60-906309AE9EE9}" type="presParOf" srcId="{6D6DC8D6-B708-4D56-82CD-A17E4A1267EA}" destId="{8D89852F-DD61-4995-A882-D8B760D074E0}" srcOrd="1" destOrd="0" presId="urn:microsoft.com/office/officeart/2005/8/layout/hList7"/>
    <dgm:cxn modelId="{CD67C29E-F889-40CD-9F4B-4C24E364DE7D}" type="presParOf" srcId="{6D6DC8D6-B708-4D56-82CD-A17E4A1267EA}" destId="{A9E52CAB-44BD-446B-9C16-4F69C4C9CDB7}" srcOrd="2" destOrd="0" presId="urn:microsoft.com/office/officeart/2005/8/layout/hList7"/>
    <dgm:cxn modelId="{FAA67AFF-CC0F-4224-8D86-E5DBC07DE013}" type="presParOf" srcId="{6D6DC8D6-B708-4D56-82CD-A17E4A1267EA}" destId="{D49C5272-A1D5-49A5-8896-50BE1D51EE84}" srcOrd="3" destOrd="0" presId="urn:microsoft.com/office/officeart/2005/8/layout/hList7"/>
    <dgm:cxn modelId="{65CB5973-2B15-45CE-A0F0-56CD140A503D}" type="presParOf" srcId="{34609FF8-6930-44D5-B5A7-4D0A504B901E}" destId="{0DAAFB71-12B7-4DA2-BC3F-B0C72D4CE853}" srcOrd="1" destOrd="0" presId="urn:microsoft.com/office/officeart/2005/8/layout/hList7"/>
    <dgm:cxn modelId="{2396C5C4-BEC1-4BD4-B192-7C77BA33F0F0}" type="presParOf" srcId="{34609FF8-6930-44D5-B5A7-4D0A504B901E}" destId="{DD994E77-04EF-4142-8B9C-BEB5F68AF90E}" srcOrd="2" destOrd="0" presId="urn:microsoft.com/office/officeart/2005/8/layout/hList7"/>
    <dgm:cxn modelId="{C1B6AD38-E52C-4D93-91EE-0DE19E9D8A7C}" type="presParOf" srcId="{DD994E77-04EF-4142-8B9C-BEB5F68AF90E}" destId="{8AB0B3FF-8853-4B6B-9622-26F64571F5DC}" srcOrd="0" destOrd="0" presId="urn:microsoft.com/office/officeart/2005/8/layout/hList7"/>
    <dgm:cxn modelId="{2C12E61A-695D-4025-BA08-7E9F2A7F1DA7}" type="presParOf" srcId="{DD994E77-04EF-4142-8B9C-BEB5F68AF90E}" destId="{530BDBC7-A9A3-4614-8539-333D28DB74AA}" srcOrd="1" destOrd="0" presId="urn:microsoft.com/office/officeart/2005/8/layout/hList7"/>
    <dgm:cxn modelId="{44DF0797-AEDA-41D0-B832-DEFD14FD4F97}" type="presParOf" srcId="{DD994E77-04EF-4142-8B9C-BEB5F68AF90E}" destId="{AA408309-8707-4138-AADA-67F7554249C5}" srcOrd="2" destOrd="0" presId="urn:microsoft.com/office/officeart/2005/8/layout/hList7"/>
    <dgm:cxn modelId="{9C9C0DC6-B3A9-489D-A92D-7BB4A84E2B51}" type="presParOf" srcId="{DD994E77-04EF-4142-8B9C-BEB5F68AF90E}" destId="{BECECE36-C9D2-4A5E-A08D-943EE72A954E}" srcOrd="3" destOrd="0" presId="urn:microsoft.com/office/officeart/2005/8/layout/hList7"/>
    <dgm:cxn modelId="{41E97ECF-C894-4230-A0C9-DEE1AA0ED917}" type="presParOf" srcId="{34609FF8-6930-44D5-B5A7-4D0A504B901E}" destId="{7C76F53A-C91E-4677-829F-BC76D4732DE8}" srcOrd="3" destOrd="0" presId="urn:microsoft.com/office/officeart/2005/8/layout/hList7"/>
    <dgm:cxn modelId="{EC541C8E-D927-445D-BB20-5D22B554F0B9}" type="presParOf" srcId="{34609FF8-6930-44D5-B5A7-4D0A504B901E}" destId="{EFA14E7E-4855-400A-957B-C959BAB057D0}" srcOrd="4" destOrd="0" presId="urn:microsoft.com/office/officeart/2005/8/layout/hList7"/>
    <dgm:cxn modelId="{F869C428-28E8-4511-8D92-C674B6D44907}" type="presParOf" srcId="{EFA14E7E-4855-400A-957B-C959BAB057D0}" destId="{1C7213AF-A92C-411C-B38C-28DB0D115C92}" srcOrd="0" destOrd="0" presId="urn:microsoft.com/office/officeart/2005/8/layout/hList7"/>
    <dgm:cxn modelId="{8E3AE56C-30A1-450F-926C-404126DD49EB}" type="presParOf" srcId="{EFA14E7E-4855-400A-957B-C959BAB057D0}" destId="{6537C0A8-4F0E-49DB-8478-C453BB095912}" srcOrd="1" destOrd="0" presId="urn:microsoft.com/office/officeart/2005/8/layout/hList7"/>
    <dgm:cxn modelId="{49009A51-7852-49D8-AD00-786131C83F45}" type="presParOf" srcId="{EFA14E7E-4855-400A-957B-C959BAB057D0}" destId="{5355DFFA-F9EB-4627-843B-81B449C01CAF}" srcOrd="2" destOrd="0" presId="urn:microsoft.com/office/officeart/2005/8/layout/hList7"/>
    <dgm:cxn modelId="{22A9E889-1A6C-4B3D-8BF8-95B6ED117BB4}" type="presParOf" srcId="{EFA14E7E-4855-400A-957B-C959BAB057D0}" destId="{E2C017D8-F71A-4A08-82B9-C4C39AFB90D6}" srcOrd="3" destOrd="0" presId="urn:microsoft.com/office/officeart/2005/8/layout/hList7"/>
    <dgm:cxn modelId="{4A9004A7-C944-48AD-9653-49F1DE603572}" type="presParOf" srcId="{34609FF8-6930-44D5-B5A7-4D0A504B901E}" destId="{77DD83D2-F65A-4A92-9E8D-CDA31D477EA5}" srcOrd="5" destOrd="0" presId="urn:microsoft.com/office/officeart/2005/8/layout/hList7"/>
    <dgm:cxn modelId="{37474D72-91DD-4378-B5F3-1A0537612130}" type="presParOf" srcId="{34609FF8-6930-44D5-B5A7-4D0A504B901E}" destId="{C983519D-C5B7-48E1-9479-FD0A7716D3BC}" srcOrd="6" destOrd="0" presId="urn:microsoft.com/office/officeart/2005/8/layout/hList7"/>
    <dgm:cxn modelId="{BF0BF801-7E18-4543-A3CE-6B35F464ECC5}" type="presParOf" srcId="{C983519D-C5B7-48E1-9479-FD0A7716D3BC}" destId="{09F5D81E-89B1-421E-8754-9577A3C51E77}" srcOrd="0" destOrd="0" presId="urn:microsoft.com/office/officeart/2005/8/layout/hList7"/>
    <dgm:cxn modelId="{EBF5E4EB-128E-4DFC-B2C5-40D144708AC0}" type="presParOf" srcId="{C983519D-C5B7-48E1-9479-FD0A7716D3BC}" destId="{15A82724-9BED-45AF-92C6-6E5E0B68179D}" srcOrd="1" destOrd="0" presId="urn:microsoft.com/office/officeart/2005/8/layout/hList7"/>
    <dgm:cxn modelId="{16BF3193-75CA-4736-A7F2-390CEDED7943}" type="presParOf" srcId="{C983519D-C5B7-48E1-9479-FD0A7716D3BC}" destId="{A9488342-C8D6-470D-BD5D-7B704CA8C348}" srcOrd="2" destOrd="0" presId="urn:microsoft.com/office/officeart/2005/8/layout/hList7"/>
    <dgm:cxn modelId="{D813D7EA-AB41-45E8-B61F-0C66CC649AB6}" type="presParOf" srcId="{C983519D-C5B7-48E1-9479-FD0A7716D3BC}" destId="{C852B726-5D75-4A04-8ECF-AAF4EFD93DC2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814191-4E29-4CA9-912B-9B9835014668}">
      <dsp:nvSpPr>
        <dsp:cNvPr id="0" name=""/>
        <dsp:cNvSpPr/>
      </dsp:nvSpPr>
      <dsp:spPr>
        <a:xfrm>
          <a:off x="0" y="120140"/>
          <a:ext cx="10492508" cy="2267460"/>
        </a:xfrm>
        <a:prstGeom prst="roundRect">
          <a:avLst/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 dirty="0"/>
            <a:t>Stock Market Portfolio Analysis &amp; Investment Strategy (2015–2020)</a:t>
          </a:r>
          <a:endParaRPr lang="en-IN" sz="5700" kern="1200" dirty="0"/>
        </a:p>
      </dsp:txBody>
      <dsp:txXfrm>
        <a:off x="110688" y="230828"/>
        <a:ext cx="10271132" cy="20460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BA0005-94CE-44FE-9AF2-4F2DDD52CDD1}">
      <dsp:nvSpPr>
        <dsp:cNvPr id="0" name=""/>
        <dsp:cNvSpPr/>
      </dsp:nvSpPr>
      <dsp:spPr>
        <a:xfrm>
          <a:off x="0" y="0"/>
          <a:ext cx="1655762" cy="1655762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9854AD-376A-4FE7-A76E-CBC188D04F5C}">
      <dsp:nvSpPr>
        <dsp:cNvPr id="0" name=""/>
        <dsp:cNvSpPr/>
      </dsp:nvSpPr>
      <dsp:spPr>
        <a:xfrm>
          <a:off x="827881" y="0"/>
          <a:ext cx="6570446" cy="165576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Kartikey Singh</a:t>
          </a:r>
          <a:endParaRPr lang="en-IN" sz="2300" kern="1200" dirty="0"/>
        </a:p>
      </dsp:txBody>
      <dsp:txXfrm>
        <a:off x="827881" y="0"/>
        <a:ext cx="6570446" cy="496729"/>
      </dsp:txXfrm>
    </dsp:sp>
    <dsp:sp modelId="{44F765D9-1ECF-43CC-A86C-CA64584612AC}">
      <dsp:nvSpPr>
        <dsp:cNvPr id="0" name=""/>
        <dsp:cNvSpPr/>
      </dsp:nvSpPr>
      <dsp:spPr>
        <a:xfrm>
          <a:off x="289758" y="496729"/>
          <a:ext cx="1076244" cy="1076244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480FCF-E7D7-4823-9F66-C6D37E7FD9B1}">
      <dsp:nvSpPr>
        <dsp:cNvPr id="0" name=""/>
        <dsp:cNvSpPr/>
      </dsp:nvSpPr>
      <dsp:spPr>
        <a:xfrm>
          <a:off x="827881" y="496729"/>
          <a:ext cx="6570446" cy="107624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upGrad &amp; IIITB | Data Science Program (Feb 2025)</a:t>
          </a:r>
          <a:endParaRPr lang="en-IN" sz="2300" kern="1200" dirty="0"/>
        </a:p>
      </dsp:txBody>
      <dsp:txXfrm>
        <a:off x="827881" y="496729"/>
        <a:ext cx="6570446" cy="496728"/>
      </dsp:txXfrm>
    </dsp:sp>
    <dsp:sp modelId="{F4F6CEC4-45F4-42C2-9439-E43B2F5970A3}">
      <dsp:nvSpPr>
        <dsp:cNvPr id="0" name=""/>
        <dsp:cNvSpPr/>
      </dsp:nvSpPr>
      <dsp:spPr>
        <a:xfrm>
          <a:off x="579516" y="993457"/>
          <a:ext cx="496728" cy="496728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4F3065E-3D9E-4B5B-8605-8A8A0A6C5E96}">
      <dsp:nvSpPr>
        <dsp:cNvPr id="0" name=""/>
        <dsp:cNvSpPr/>
      </dsp:nvSpPr>
      <dsp:spPr>
        <a:xfrm>
          <a:off x="827881" y="993457"/>
          <a:ext cx="6570446" cy="49672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DD/MM/YYYY</a:t>
          </a:r>
          <a:endParaRPr lang="en-IN" sz="2300" kern="1200" dirty="0"/>
        </a:p>
      </dsp:txBody>
      <dsp:txXfrm>
        <a:off x="827881" y="993457"/>
        <a:ext cx="6570446" cy="4967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8C15A9-AA11-4749-A5FC-CC237F57075B}">
      <dsp:nvSpPr>
        <dsp:cNvPr id="0" name=""/>
        <dsp:cNvSpPr/>
      </dsp:nvSpPr>
      <dsp:spPr>
        <a:xfrm>
          <a:off x="0" y="0"/>
          <a:ext cx="10515600" cy="1325563"/>
        </a:xfrm>
        <a:prstGeom prst="roundRect">
          <a:avLst>
            <a:gd name="adj" fmla="val 10000"/>
          </a:avLst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 dirty="0"/>
            <a:t>Objective</a:t>
          </a:r>
          <a:endParaRPr lang="en-IN" sz="5700" kern="1200" dirty="0"/>
        </a:p>
      </dsp:txBody>
      <dsp:txXfrm>
        <a:off x="38824" y="38824"/>
        <a:ext cx="10437952" cy="12479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8275BB-B908-4D07-866F-5AF77278E302}">
      <dsp:nvSpPr>
        <dsp:cNvPr id="0" name=""/>
        <dsp:cNvSpPr/>
      </dsp:nvSpPr>
      <dsp:spPr>
        <a:xfrm>
          <a:off x="0" y="0"/>
          <a:ext cx="2053828" cy="4351338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Analyze stock market performance from </a:t>
          </a:r>
          <a:r>
            <a:rPr lang="en-US" sz="2000" b="1" i="0" kern="1200" baseline="0" dirty="0"/>
            <a:t>2015–2020</a:t>
          </a:r>
          <a:endParaRPr lang="en-IN" sz="2000" kern="1200" dirty="0"/>
        </a:p>
      </dsp:txBody>
      <dsp:txXfrm>
        <a:off x="0" y="1740535"/>
        <a:ext cx="2053828" cy="1740535"/>
      </dsp:txXfrm>
    </dsp:sp>
    <dsp:sp modelId="{7DC1FDB6-D013-457F-9840-83757F3577A0}">
      <dsp:nvSpPr>
        <dsp:cNvPr id="0" name=""/>
        <dsp:cNvSpPr/>
      </dsp:nvSpPr>
      <dsp:spPr>
        <a:xfrm>
          <a:off x="302416" y="261080"/>
          <a:ext cx="1448995" cy="1448995"/>
        </a:xfrm>
        <a:prstGeom prst="ellipse">
          <a:avLst/>
        </a:prstGeom>
        <a:blipFill dpi="0" rotWithShape="1">
          <a:blip xmlns:r="http://schemas.openxmlformats.org/officeDocument/2006/relationships" r:embed="rId1">
            <a:alphaModFix amt="73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8C8F9A-5163-4FFC-AA35-1A378D79A956}">
      <dsp:nvSpPr>
        <dsp:cNvPr id="0" name=""/>
        <dsp:cNvSpPr/>
      </dsp:nvSpPr>
      <dsp:spPr>
        <a:xfrm>
          <a:off x="2115442" y="0"/>
          <a:ext cx="2053828" cy="4351338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Evaluate risk, return, and correlations</a:t>
          </a:r>
          <a:endParaRPr lang="en-IN" sz="2000" kern="1200" dirty="0"/>
        </a:p>
      </dsp:txBody>
      <dsp:txXfrm>
        <a:off x="2115442" y="1740535"/>
        <a:ext cx="2053828" cy="1740535"/>
      </dsp:txXfrm>
    </dsp:sp>
    <dsp:sp modelId="{7D0FEA49-1CC2-4C15-8A36-9B431470EA9F}">
      <dsp:nvSpPr>
        <dsp:cNvPr id="0" name=""/>
        <dsp:cNvSpPr/>
      </dsp:nvSpPr>
      <dsp:spPr>
        <a:xfrm>
          <a:off x="2417859" y="261080"/>
          <a:ext cx="1448995" cy="1448995"/>
        </a:xfrm>
        <a:prstGeom prst="ellipse">
          <a:avLst/>
        </a:prstGeom>
        <a:blipFill dpi="0" rotWithShape="1">
          <a:blip xmlns:r="http://schemas.openxmlformats.org/officeDocument/2006/relationships" r:embed="rId3">
            <a:alphaModFix amt="45000"/>
          </a:blip>
          <a:srcRect/>
          <a:stretch>
            <a:fillRect l="15218" t="15218" r="15218" b="15218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F5A22D-1B84-4043-8FF7-1CF31EDDFBAE}">
      <dsp:nvSpPr>
        <dsp:cNvPr id="0" name=""/>
        <dsp:cNvSpPr/>
      </dsp:nvSpPr>
      <dsp:spPr>
        <a:xfrm>
          <a:off x="4230885" y="0"/>
          <a:ext cx="2053828" cy="4351338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 dirty="0"/>
            <a:t>Construct optimized portfolios </a:t>
          </a:r>
          <a:r>
            <a:rPr lang="en-US" sz="2000" b="0" i="0" kern="1200" baseline="0" dirty="0"/>
            <a:t>for two investor profiles</a:t>
          </a:r>
          <a:endParaRPr lang="en-IN" sz="2000" kern="1200" dirty="0"/>
        </a:p>
      </dsp:txBody>
      <dsp:txXfrm>
        <a:off x="4230885" y="1740535"/>
        <a:ext cx="2053828" cy="1740535"/>
      </dsp:txXfrm>
    </dsp:sp>
    <dsp:sp modelId="{10CEB104-B093-4897-B212-42D7431084DF}">
      <dsp:nvSpPr>
        <dsp:cNvPr id="0" name=""/>
        <dsp:cNvSpPr/>
      </dsp:nvSpPr>
      <dsp:spPr>
        <a:xfrm>
          <a:off x="4533302" y="261080"/>
          <a:ext cx="1448995" cy="1448995"/>
        </a:xfrm>
        <a:prstGeom prst="ellipse">
          <a:avLst/>
        </a:prstGeom>
        <a:blipFill dpi="0" rotWithShape="1">
          <a:blip xmlns:r="http://schemas.openxmlformats.org/officeDocument/2006/relationships" r:embed="rId4">
            <a:alphaModFix amt="73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D0A051-F590-4812-8FBA-62E1A84B213E}">
      <dsp:nvSpPr>
        <dsp:cNvPr id="0" name=""/>
        <dsp:cNvSpPr/>
      </dsp:nvSpPr>
      <dsp:spPr>
        <a:xfrm>
          <a:off x="6346328" y="0"/>
          <a:ext cx="2053828" cy="4351338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Compare portfolio performance using </a:t>
          </a:r>
          <a:r>
            <a:rPr lang="en-US" sz="2000" b="1" i="0" kern="1200" baseline="0" dirty="0"/>
            <a:t>return, volatility, and Sharpe ratio</a:t>
          </a:r>
          <a:endParaRPr lang="en-IN" sz="2000" kern="1200" dirty="0"/>
        </a:p>
      </dsp:txBody>
      <dsp:txXfrm>
        <a:off x="6346328" y="1740535"/>
        <a:ext cx="2053828" cy="1740535"/>
      </dsp:txXfrm>
    </dsp:sp>
    <dsp:sp modelId="{AD648F36-6D94-4B11-9A42-145AAF30AC96}">
      <dsp:nvSpPr>
        <dsp:cNvPr id="0" name=""/>
        <dsp:cNvSpPr/>
      </dsp:nvSpPr>
      <dsp:spPr>
        <a:xfrm>
          <a:off x="6648745" y="261080"/>
          <a:ext cx="1448995" cy="1448995"/>
        </a:xfrm>
        <a:prstGeom prst="ellipse">
          <a:avLst/>
        </a:prstGeom>
        <a:blipFill dpi="0" rotWithShape="1">
          <a:blip xmlns:r="http://schemas.openxmlformats.org/officeDocument/2006/relationships" r:embed="rId6">
            <a:alphaModFix amt="46000"/>
          </a:blip>
          <a:srcRect/>
          <a:stretch>
            <a:fillRect l="9006" t="12733" r="9006" b="12733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0A989D-0BA3-4FC1-A289-9C958CD18853}">
      <dsp:nvSpPr>
        <dsp:cNvPr id="0" name=""/>
        <dsp:cNvSpPr/>
      </dsp:nvSpPr>
      <dsp:spPr>
        <a:xfrm>
          <a:off x="8461771" y="0"/>
          <a:ext cx="2053828" cy="4351338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 dirty="0"/>
            <a:t>Visualize insights using </a:t>
          </a:r>
          <a:r>
            <a:rPr lang="en-US" sz="2000" b="1" i="0" kern="1200" baseline="0" dirty="0"/>
            <a:t>Python analysis and Power BI dashboards</a:t>
          </a:r>
          <a:endParaRPr lang="en-IN" sz="2000" kern="1200" dirty="0"/>
        </a:p>
      </dsp:txBody>
      <dsp:txXfrm>
        <a:off x="8461771" y="1740535"/>
        <a:ext cx="2053828" cy="1740535"/>
      </dsp:txXfrm>
    </dsp:sp>
    <dsp:sp modelId="{7048C2FA-069F-43BF-8131-10B9ED387687}">
      <dsp:nvSpPr>
        <dsp:cNvPr id="0" name=""/>
        <dsp:cNvSpPr/>
      </dsp:nvSpPr>
      <dsp:spPr>
        <a:xfrm>
          <a:off x="8764188" y="261080"/>
          <a:ext cx="1448995" cy="1448995"/>
        </a:xfrm>
        <a:prstGeom prst="ellipse">
          <a:avLst/>
        </a:prstGeom>
        <a:blipFill dpi="0" rotWithShape="1">
          <a:blip xmlns:r="http://schemas.openxmlformats.org/officeDocument/2006/relationships" r:embed="rId7">
            <a:alphaModFix amt="79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C1905-1A0D-49CC-9C67-D9D4518AFD53}">
      <dsp:nvSpPr>
        <dsp:cNvPr id="0" name=""/>
        <dsp:cNvSpPr/>
      </dsp:nvSpPr>
      <dsp:spPr>
        <a:xfrm>
          <a:off x="420623" y="3481070"/>
          <a:ext cx="9674352" cy="652700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818662-7E64-4DC0-9260-3EB11AF5D547}">
      <dsp:nvSpPr>
        <dsp:cNvPr id="0" name=""/>
        <dsp:cNvSpPr/>
      </dsp:nvSpPr>
      <dsp:spPr>
        <a:xfrm>
          <a:off x="5134" y="0"/>
          <a:ext cx="10505330" cy="1325563"/>
        </a:xfrm>
        <a:prstGeom prst="roundRect">
          <a:avLst>
            <a:gd name="adj" fmla="val 10000"/>
          </a:avLst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700" kern="1200"/>
            <a:t>Investor Profiles</a:t>
          </a:r>
        </a:p>
      </dsp:txBody>
      <dsp:txXfrm>
        <a:off x="43958" y="38824"/>
        <a:ext cx="10427682" cy="12479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FEFAB7-B177-4495-8BDD-75DD74B5C0A5}">
      <dsp:nvSpPr>
        <dsp:cNvPr id="0" name=""/>
        <dsp:cNvSpPr/>
      </dsp:nvSpPr>
      <dsp:spPr>
        <a:xfrm>
          <a:off x="51" y="4689"/>
          <a:ext cx="4913783" cy="806400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Patrick (Conservative Investor)</a:t>
          </a:r>
          <a:endParaRPr lang="en-IN" sz="2800" kern="1200" dirty="0"/>
        </a:p>
      </dsp:txBody>
      <dsp:txXfrm>
        <a:off x="51" y="4689"/>
        <a:ext cx="4913783" cy="806400"/>
      </dsp:txXfrm>
    </dsp:sp>
    <dsp:sp modelId="{398A6269-AA74-4C7A-82B8-BCA485551B00}">
      <dsp:nvSpPr>
        <dsp:cNvPr id="0" name=""/>
        <dsp:cNvSpPr/>
      </dsp:nvSpPr>
      <dsp:spPr>
        <a:xfrm>
          <a:off x="51" y="811089"/>
          <a:ext cx="4913783" cy="3535560"/>
        </a:xfrm>
        <a:prstGeom prst="rect">
          <a:avLst/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Initial Capital: </a:t>
          </a:r>
          <a:r>
            <a:rPr lang="en-US" sz="2800" b="1" kern="1200"/>
            <a:t>$500,000</a:t>
          </a:r>
          <a:endParaRPr lang="en-IN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Goal: </a:t>
          </a:r>
          <a:r>
            <a:rPr lang="en-US" sz="2800" b="1" kern="1200"/>
            <a:t>$1,000,000 in 5 years</a:t>
          </a:r>
          <a:endParaRPr lang="en-IN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Strategy:</a:t>
          </a:r>
          <a:endParaRPr lang="en-IN" sz="2800" kern="1200"/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Low volatility stocks</a:t>
          </a:r>
          <a:endParaRPr lang="en-IN" sz="2800" kern="1200" dirty="0"/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Stable growth</a:t>
          </a:r>
          <a:endParaRPr lang="en-IN" sz="2800" kern="1200"/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High Sharpe ratio</a:t>
          </a:r>
          <a:endParaRPr lang="en-IN" sz="2800" kern="1200"/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Capital preservation</a:t>
          </a:r>
          <a:endParaRPr lang="en-IN" sz="2800" kern="1200"/>
        </a:p>
      </dsp:txBody>
      <dsp:txXfrm>
        <a:off x="51" y="811089"/>
        <a:ext cx="4913783" cy="3535560"/>
      </dsp:txXfrm>
    </dsp:sp>
    <dsp:sp modelId="{1E77EEE1-B135-4D9A-8E04-DF4741541518}">
      <dsp:nvSpPr>
        <dsp:cNvPr id="0" name=""/>
        <dsp:cNvSpPr/>
      </dsp:nvSpPr>
      <dsp:spPr>
        <a:xfrm>
          <a:off x="5601764" y="4689"/>
          <a:ext cx="4913783" cy="806400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Peter (Aggressive Investor)</a:t>
          </a:r>
          <a:endParaRPr lang="en-IN" sz="2800" kern="1200"/>
        </a:p>
      </dsp:txBody>
      <dsp:txXfrm>
        <a:off x="5601764" y="4689"/>
        <a:ext cx="4913783" cy="806400"/>
      </dsp:txXfrm>
    </dsp:sp>
    <dsp:sp modelId="{7F309F49-F311-46CF-B84F-AC39BF213AE2}">
      <dsp:nvSpPr>
        <dsp:cNvPr id="0" name=""/>
        <dsp:cNvSpPr/>
      </dsp:nvSpPr>
      <dsp:spPr>
        <a:xfrm>
          <a:off x="5601764" y="811089"/>
          <a:ext cx="4913783" cy="3535560"/>
        </a:xfrm>
        <a:prstGeom prst="rect">
          <a:avLst/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Initial Capital: </a:t>
          </a:r>
          <a:r>
            <a:rPr lang="en-US" sz="2800" b="1" kern="1200"/>
            <a:t>$1,000,000</a:t>
          </a:r>
          <a:endParaRPr lang="en-IN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Goal: </a:t>
          </a:r>
          <a:r>
            <a:rPr lang="en-US" sz="2800" b="1" kern="1200"/>
            <a:t>Maximize returns</a:t>
          </a:r>
          <a:endParaRPr lang="en-IN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Strategy:</a:t>
          </a:r>
          <a:endParaRPr lang="en-IN" sz="2800" kern="1200"/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High-growth stocks</a:t>
          </a:r>
          <a:endParaRPr lang="en-IN" sz="2800" kern="1200"/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800" kern="1200" dirty="0"/>
            <a:t>Higher volatility tolerance</a:t>
          </a:r>
        </a:p>
        <a:p>
          <a:pPr marL="571500" lvl="2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Momentum-based investments</a:t>
          </a:r>
          <a:endParaRPr lang="en-IN" sz="2800" kern="1200"/>
        </a:p>
      </dsp:txBody>
      <dsp:txXfrm>
        <a:off x="5601764" y="811089"/>
        <a:ext cx="4913783" cy="35355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893C0F-418A-4F51-8CCC-BAAE43613FCA}">
      <dsp:nvSpPr>
        <dsp:cNvPr id="0" name=""/>
        <dsp:cNvSpPr/>
      </dsp:nvSpPr>
      <dsp:spPr>
        <a:xfrm rot="10800000">
          <a:off x="2760326" y="0"/>
          <a:ext cx="9637146" cy="1331700"/>
        </a:xfrm>
        <a:prstGeom prst="homePlate">
          <a:avLst/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7243" tIns="232410" rIns="433832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100" kern="1200" dirty="0"/>
            <a:t>Dataset Description</a:t>
          </a:r>
        </a:p>
      </dsp:txBody>
      <dsp:txXfrm rot="10800000">
        <a:off x="3093251" y="0"/>
        <a:ext cx="9304221" cy="1331700"/>
      </dsp:txXfrm>
    </dsp:sp>
    <dsp:sp modelId="{81E2DD86-4A2F-4540-94FE-6E591FC52CE8}">
      <dsp:nvSpPr>
        <dsp:cNvPr id="0" name=""/>
        <dsp:cNvSpPr/>
      </dsp:nvSpPr>
      <dsp:spPr>
        <a:xfrm>
          <a:off x="1651420" y="0"/>
          <a:ext cx="1331700" cy="1331700"/>
        </a:xfrm>
        <a:prstGeom prst="ellipse">
          <a:avLst/>
        </a:prstGeom>
        <a:blipFill dpi="0" rotWithShape="1">
          <a:blip xmlns:r="http://schemas.openxmlformats.org/officeDocument/2006/relationships" r:embed="rId1">
            <a:alphaModFix amt="9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C2693C-0D8F-4117-B495-18882BCFE9D2}">
      <dsp:nvSpPr>
        <dsp:cNvPr id="0" name=""/>
        <dsp:cNvSpPr/>
      </dsp:nvSpPr>
      <dsp:spPr>
        <a:xfrm>
          <a:off x="2451" y="0"/>
          <a:ext cx="2569852" cy="4351338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Historical stock price data (CSV)</a:t>
          </a:r>
          <a:endParaRPr lang="en-IN" sz="3100" kern="1200" dirty="0"/>
        </a:p>
      </dsp:txBody>
      <dsp:txXfrm>
        <a:off x="2451" y="1740535"/>
        <a:ext cx="2569852" cy="1740535"/>
      </dsp:txXfrm>
    </dsp:sp>
    <dsp:sp modelId="{0A0B6CE2-D3CD-4D6E-AB5D-0E29CB663556}">
      <dsp:nvSpPr>
        <dsp:cNvPr id="0" name=""/>
        <dsp:cNvSpPr/>
      </dsp:nvSpPr>
      <dsp:spPr>
        <a:xfrm>
          <a:off x="562880" y="261080"/>
          <a:ext cx="1448995" cy="1448995"/>
        </a:xfrm>
        <a:prstGeom prst="ellipse">
          <a:avLst/>
        </a:prstGeom>
        <a:blipFill dpi="0" rotWithShape="1">
          <a:blip xmlns:r="http://schemas.openxmlformats.org/officeDocument/2006/relationships" r:embed="rId1">
            <a:alphaModFix amt="52000"/>
          </a:blip>
          <a:srcRect/>
          <a:stretch>
            <a:fillRect l="2795" t="2795" r="2795" b="2795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8AEF01-95A3-4C1A-B619-5144933C3FF6}">
      <dsp:nvSpPr>
        <dsp:cNvPr id="0" name=""/>
        <dsp:cNvSpPr/>
      </dsp:nvSpPr>
      <dsp:spPr>
        <a:xfrm>
          <a:off x="2649399" y="0"/>
          <a:ext cx="2569852" cy="4351338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Time Period: </a:t>
          </a:r>
          <a:r>
            <a:rPr lang="en-US" sz="3100" b="1" kern="1200" dirty="0"/>
            <a:t>Oct 2015 – Sept 2020</a:t>
          </a:r>
          <a:endParaRPr lang="en-IN" sz="3100" kern="1200" dirty="0"/>
        </a:p>
      </dsp:txBody>
      <dsp:txXfrm>
        <a:off x="2649399" y="1740535"/>
        <a:ext cx="2569852" cy="1740535"/>
      </dsp:txXfrm>
    </dsp:sp>
    <dsp:sp modelId="{95C2496B-97D2-4078-815B-EE52B92D8B2A}">
      <dsp:nvSpPr>
        <dsp:cNvPr id="0" name=""/>
        <dsp:cNvSpPr/>
      </dsp:nvSpPr>
      <dsp:spPr>
        <a:xfrm>
          <a:off x="3209828" y="261080"/>
          <a:ext cx="1448995" cy="1448995"/>
        </a:xfrm>
        <a:prstGeom prst="ellipse">
          <a:avLst/>
        </a:prstGeom>
        <a:blipFill dpi="0" rotWithShape="1">
          <a:blip xmlns:r="http://schemas.openxmlformats.org/officeDocument/2006/relationships" r:embed="rId2">
            <a:alphaModFix amt="61000"/>
          </a:blip>
          <a:srcRect/>
          <a:stretch>
            <a:fillRect l="9006" t="10249" r="9006" b="10249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F4E592-38D5-4C8F-AED8-5CF0CA72D109}">
      <dsp:nvSpPr>
        <dsp:cNvPr id="0" name=""/>
        <dsp:cNvSpPr/>
      </dsp:nvSpPr>
      <dsp:spPr>
        <a:xfrm>
          <a:off x="5296347" y="0"/>
          <a:ext cx="2569852" cy="4351338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t" anchorCtr="1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Sectors Analyzed</a:t>
          </a:r>
          <a:r>
            <a:rPr lang="en-US" sz="2400" kern="1200" dirty="0"/>
            <a:t>:</a:t>
          </a:r>
          <a:endParaRPr lang="en-IN" sz="24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Technology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Banking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Aviation</a:t>
          </a:r>
          <a:endParaRPr lang="en-IN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Pharmaceutical</a:t>
          </a:r>
          <a:endParaRPr lang="en-IN" sz="1800" kern="1200" dirty="0"/>
        </a:p>
      </dsp:txBody>
      <dsp:txXfrm>
        <a:off x="5296347" y="1740535"/>
        <a:ext cx="2569852" cy="1740535"/>
      </dsp:txXfrm>
    </dsp:sp>
    <dsp:sp modelId="{076F02B4-4F13-4D06-BEE0-F80554198C9E}">
      <dsp:nvSpPr>
        <dsp:cNvPr id="0" name=""/>
        <dsp:cNvSpPr/>
      </dsp:nvSpPr>
      <dsp:spPr>
        <a:xfrm>
          <a:off x="5856776" y="261080"/>
          <a:ext cx="1448995" cy="1448995"/>
        </a:xfrm>
        <a:prstGeom prst="ellipse">
          <a:avLst/>
        </a:prstGeom>
        <a:blipFill dpi="0" rotWithShape="1">
          <a:blip xmlns:r="http://schemas.openxmlformats.org/officeDocument/2006/relationships" r:embed="rId3">
            <a:alphaModFix amt="66000"/>
          </a:blip>
          <a:srcRect/>
          <a:stretch>
            <a:fillRect l="12733" t="12733" r="12733" b="12733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31C5C6-BF0D-4505-8AF1-ABC799EC8C52}">
      <dsp:nvSpPr>
        <dsp:cNvPr id="0" name=""/>
        <dsp:cNvSpPr/>
      </dsp:nvSpPr>
      <dsp:spPr>
        <a:xfrm>
          <a:off x="7943295" y="0"/>
          <a:ext cx="2569852" cy="4351338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Benchmark: </a:t>
          </a:r>
          <a:r>
            <a:rPr lang="en-US" sz="3100" b="1" kern="1200" dirty="0"/>
            <a:t>S&amp;</a:t>
          </a:r>
          <a:r>
            <a:rPr lang="en-US" sz="3100" b="1" kern="1200"/>
            <a:t>P 500</a:t>
          </a:r>
          <a:endParaRPr lang="en-IN" sz="3100" kern="1200" dirty="0"/>
        </a:p>
      </dsp:txBody>
      <dsp:txXfrm>
        <a:off x="7943295" y="1740535"/>
        <a:ext cx="2569852" cy="1740535"/>
      </dsp:txXfrm>
    </dsp:sp>
    <dsp:sp modelId="{046D7F98-178D-4260-B2D4-A95F8C498328}">
      <dsp:nvSpPr>
        <dsp:cNvPr id="0" name=""/>
        <dsp:cNvSpPr/>
      </dsp:nvSpPr>
      <dsp:spPr>
        <a:xfrm>
          <a:off x="8503724" y="261080"/>
          <a:ext cx="1448995" cy="1448995"/>
        </a:xfrm>
        <a:prstGeom prst="ellipse">
          <a:avLst/>
        </a:prstGeom>
        <a:blipFill dpi="0" rotWithShape="1">
          <a:blip xmlns:r="http://schemas.openxmlformats.org/officeDocument/2006/relationships" r:embed="rId4">
            <a:alphaModFix amt="69000"/>
          </a:blip>
          <a:srcRect/>
          <a:stretch>
            <a:fillRect l="12733" t="12733" r="12733" b="12733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AEB092-9BFE-41D7-8526-AFBC777A85F2}">
      <dsp:nvSpPr>
        <dsp:cNvPr id="0" name=""/>
        <dsp:cNvSpPr/>
      </dsp:nvSpPr>
      <dsp:spPr>
        <a:xfrm>
          <a:off x="420623" y="3481070"/>
          <a:ext cx="9674352" cy="652700"/>
        </a:xfrm>
        <a:prstGeom prst="leftRightArrow">
          <a:avLst/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1C5587-9498-4020-850C-BA7258EE7200}">
      <dsp:nvSpPr>
        <dsp:cNvPr id="0" name=""/>
        <dsp:cNvSpPr/>
      </dsp:nvSpPr>
      <dsp:spPr>
        <a:xfrm>
          <a:off x="37800" y="647"/>
          <a:ext cx="10440000" cy="1324268"/>
        </a:xfrm>
        <a:prstGeom prst="rect">
          <a:avLst/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2800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300" kern="1200" dirty="0"/>
            <a:t>Data Preparation &amp; Exploration</a:t>
          </a:r>
        </a:p>
      </dsp:txBody>
      <dsp:txXfrm>
        <a:off x="37800" y="647"/>
        <a:ext cx="10440000" cy="132426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139E21-0388-420D-8201-FC3D7C1A5A28}">
      <dsp:nvSpPr>
        <dsp:cNvPr id="0" name=""/>
        <dsp:cNvSpPr/>
      </dsp:nvSpPr>
      <dsp:spPr>
        <a:xfrm>
          <a:off x="7771" y="0"/>
          <a:ext cx="5517789" cy="4156364"/>
        </a:xfrm>
        <a:prstGeom prst="homePlate">
          <a:avLst>
            <a:gd name="adj" fmla="val 25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655" tIns="81280" rIns="778621" bIns="8128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Data Cleaning Steps</a:t>
          </a:r>
          <a:endParaRPr lang="en-IN" sz="32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800" kern="1200" dirty="0"/>
            <a:t> Converted </a:t>
          </a:r>
          <a:r>
            <a:rPr lang="en-US" sz="2800" b="1" kern="1200" dirty="0"/>
            <a:t>date formats</a:t>
          </a:r>
          <a:endParaRPr lang="en-IN" sz="2800" b="1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800" kern="1200" dirty="0"/>
            <a:t> Removed </a:t>
          </a:r>
          <a:r>
            <a:rPr lang="en-US" sz="2800" b="1" kern="1200" dirty="0"/>
            <a:t>duplicate records</a:t>
          </a:r>
          <a:endParaRPr lang="en-IN" sz="2800" b="1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800" kern="1200" dirty="0"/>
            <a:t> Aligned all stocks using </a:t>
          </a:r>
          <a:r>
            <a:rPr lang="en-US" sz="2800" b="1" kern="1200" dirty="0"/>
            <a:t>Date</a:t>
          </a:r>
          <a:endParaRPr lang="en-IN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2800" kern="1200" dirty="0"/>
            <a:t> Merged datasets into a </a:t>
          </a:r>
          <a:r>
            <a:rPr lang="en-US" sz="2800" b="1" kern="1200" dirty="0"/>
            <a:t>unified time-series dataframe</a:t>
          </a:r>
          <a:endParaRPr lang="en-IN" sz="2800" b="1" kern="1200" dirty="0"/>
        </a:p>
      </dsp:txBody>
      <dsp:txXfrm>
        <a:off x="7771" y="0"/>
        <a:ext cx="4998244" cy="4156364"/>
      </dsp:txXfrm>
    </dsp:sp>
    <dsp:sp modelId="{8DF81625-AB8C-42C0-A7AA-A612B5EFB9D5}">
      <dsp:nvSpPr>
        <dsp:cNvPr id="0" name=""/>
        <dsp:cNvSpPr/>
      </dsp:nvSpPr>
      <dsp:spPr>
        <a:xfrm>
          <a:off x="4422003" y="0"/>
          <a:ext cx="5517789" cy="4156364"/>
        </a:xfrm>
        <a:prstGeom prst="chevron">
          <a:avLst>
            <a:gd name="adj" fmla="val 25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655" tIns="81280" rIns="194655" bIns="8128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Exploratory Analysis</a:t>
          </a:r>
          <a:r>
            <a:rPr lang="en-US" sz="2800" kern="1200" dirty="0"/>
            <a:t>:</a:t>
          </a:r>
          <a:endParaRPr lang="en-IN" sz="28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3200" kern="1200" dirty="0"/>
            <a:t> Daily returns</a:t>
          </a:r>
          <a:endParaRPr lang="en-IN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3200" kern="1200" dirty="0"/>
            <a:t> Annual returns</a:t>
          </a:r>
          <a:endParaRPr lang="en-IN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3200" kern="1200" dirty="0"/>
            <a:t> Volatility (risk)</a:t>
          </a:r>
          <a:endParaRPr lang="en-IN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3200" kern="1200" dirty="0"/>
            <a:t> Sharpe ratio</a:t>
          </a:r>
          <a:endParaRPr lang="en-IN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n-US" sz="3200" kern="1200" dirty="0"/>
            <a:t> Correlation analysis</a:t>
          </a:r>
          <a:endParaRPr lang="en-IN" sz="3200" kern="1200" dirty="0"/>
        </a:p>
      </dsp:txBody>
      <dsp:txXfrm>
        <a:off x="5461094" y="0"/>
        <a:ext cx="3439607" cy="415636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1BD567-DDA8-405A-867E-6E563BF7E682}">
      <dsp:nvSpPr>
        <dsp:cNvPr id="0" name=""/>
        <dsp:cNvSpPr/>
      </dsp:nvSpPr>
      <dsp:spPr>
        <a:xfrm>
          <a:off x="0" y="0"/>
          <a:ext cx="10515600" cy="1325563"/>
        </a:xfrm>
        <a:prstGeom prst="roundRect">
          <a:avLst>
            <a:gd name="adj" fmla="val 10000"/>
          </a:avLst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700" kern="1200" dirty="0"/>
            <a:t>Market Insights</a:t>
          </a:r>
        </a:p>
      </dsp:txBody>
      <dsp:txXfrm>
        <a:off x="38824" y="38824"/>
        <a:ext cx="10437952" cy="124791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408437-6636-4315-A4F6-D6C143938586}">
      <dsp:nvSpPr>
        <dsp:cNvPr id="0" name=""/>
        <dsp:cNvSpPr/>
      </dsp:nvSpPr>
      <dsp:spPr>
        <a:xfrm rot="5400000">
          <a:off x="1787572" y="310276"/>
          <a:ext cx="3529516" cy="3343370"/>
        </a:xfrm>
        <a:prstGeom prst="round2SameRect">
          <a:avLst/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kern="1200" dirty="0"/>
            <a:t>Technology sector dominated performance</a:t>
          </a:r>
          <a:endParaRPr lang="en-IN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AMZN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MSFT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AAPL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kern="1200" dirty="0"/>
            <a:t>Aviation sector </a:t>
          </a:r>
          <a:r>
            <a:rPr lang="en-IN" sz="1400" b="0" kern="1200" dirty="0"/>
            <a:t>showed high volatility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AAL, DAL, LUV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b="1" kern="1200" dirty="0"/>
            <a:t>Pharmaceutical stocks </a:t>
          </a:r>
          <a:r>
            <a:rPr lang="en-IN" sz="1400" b="0" kern="1200" dirty="0"/>
            <a:t>provided stability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JNJ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PFE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MRK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/>
            <a:t>Market benchmark: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S&amp;P 500 closely tracks large technology stocks</a:t>
          </a:r>
          <a:endParaRPr lang="en-IN" sz="1400" kern="1200" dirty="0"/>
        </a:p>
      </dsp:txBody>
      <dsp:txXfrm rot="-5400000">
        <a:off x="1880645" y="380413"/>
        <a:ext cx="3180160" cy="3203096"/>
      </dsp:txXfrm>
    </dsp:sp>
    <dsp:sp modelId="{CC49C4E8-CD5A-4990-B190-7CA3D72D318E}">
      <dsp:nvSpPr>
        <dsp:cNvPr id="0" name=""/>
        <dsp:cNvSpPr/>
      </dsp:nvSpPr>
      <dsp:spPr>
        <a:xfrm>
          <a:off x="0" y="1935"/>
          <a:ext cx="1880645" cy="3960052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1" kern="1200"/>
            <a:t>Key Observations from Data</a:t>
          </a:r>
          <a:endParaRPr lang="en-IN" sz="2100" kern="1200"/>
        </a:p>
      </dsp:txBody>
      <dsp:txXfrm>
        <a:off x="91806" y="93741"/>
        <a:ext cx="1697033" cy="37764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CDBBDA-3FB4-4F88-AE19-CB292444B4D1}">
      <dsp:nvSpPr>
        <dsp:cNvPr id="0" name=""/>
        <dsp:cNvSpPr/>
      </dsp:nvSpPr>
      <dsp:spPr>
        <a:xfrm>
          <a:off x="5134" y="0"/>
          <a:ext cx="10505330" cy="1325563"/>
        </a:xfrm>
        <a:prstGeom prst="roundRect">
          <a:avLst>
            <a:gd name="adj" fmla="val 10000"/>
          </a:avLst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 dirty="0"/>
            <a:t>Risk–Return Analysis of Stocks (2015–2020)</a:t>
          </a:r>
          <a:endParaRPr lang="en-IN" sz="4500" kern="1200" dirty="0"/>
        </a:p>
      </dsp:txBody>
      <dsp:txXfrm>
        <a:off x="43958" y="38824"/>
        <a:ext cx="10427682" cy="124791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C2FC8-4A35-4D78-887F-2E08035FCDC4}">
      <dsp:nvSpPr>
        <dsp:cNvPr id="0" name=""/>
        <dsp:cNvSpPr/>
      </dsp:nvSpPr>
      <dsp:spPr>
        <a:xfrm>
          <a:off x="633293" y="2169"/>
          <a:ext cx="3180444" cy="2934060"/>
        </a:xfrm>
        <a:prstGeom prst="ellipse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Explain:</a:t>
          </a:r>
          <a:endParaRPr lang="en-IN" sz="22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X-axis → Volatility (Risk)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Y-axis → Annual Return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Bubble size → Sharpe Ratio</a:t>
          </a:r>
          <a:endParaRPr lang="en-IN" sz="1700" kern="1200"/>
        </a:p>
      </dsp:txBody>
      <dsp:txXfrm>
        <a:off x="1099058" y="431852"/>
        <a:ext cx="2248914" cy="207469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7350A0-D94F-4AE1-8B9D-D04174E9832C}">
      <dsp:nvSpPr>
        <dsp:cNvPr id="0" name=""/>
        <dsp:cNvSpPr/>
      </dsp:nvSpPr>
      <dsp:spPr>
        <a:xfrm rot="5400000">
          <a:off x="1698386" y="-252303"/>
          <a:ext cx="1403460" cy="2258933"/>
        </a:xfrm>
        <a:prstGeom prst="round2SameRect">
          <a:avLst/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4">
              <a:lumMod val="50000"/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/>
            <a:t>AMZN, MSFT, and AAPL </a:t>
          </a:r>
          <a:r>
            <a:rPr lang="en-IN" sz="1400" kern="1200" dirty="0"/>
            <a:t>deliver</a:t>
          </a:r>
          <a:r>
            <a:rPr lang="en-US" sz="1400" b="1" kern="1200" dirty="0"/>
            <a:t> strong </a:t>
          </a:r>
          <a:r>
            <a:rPr lang="en-IN" sz="1400" b="1" kern="1200" dirty="0"/>
            <a:t>risk-adjusted returns.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/>
            <a:t>Aviation stocks show </a:t>
          </a:r>
          <a:r>
            <a:rPr lang="en-US" sz="1400" b="1" kern="1200" dirty="0"/>
            <a:t>high risk with weaker returns.</a:t>
          </a:r>
          <a:endParaRPr lang="en-US" sz="1400" kern="1200" dirty="0"/>
        </a:p>
      </dsp:txBody>
      <dsp:txXfrm rot="-5400000">
        <a:off x="1270650" y="243944"/>
        <a:ext cx="2190422" cy="1266438"/>
      </dsp:txXfrm>
    </dsp:sp>
    <dsp:sp modelId="{59FF37EF-0BE7-4055-B6D1-E58F3C053BDF}">
      <dsp:nvSpPr>
        <dsp:cNvPr id="0" name=""/>
        <dsp:cNvSpPr/>
      </dsp:nvSpPr>
      <dsp:spPr>
        <a:xfrm>
          <a:off x="0" y="0"/>
          <a:ext cx="1270650" cy="1754326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Key insight:</a:t>
          </a:r>
          <a:endParaRPr lang="en-IN" sz="2500" kern="1200" dirty="0"/>
        </a:p>
      </dsp:txBody>
      <dsp:txXfrm>
        <a:off x="62028" y="62028"/>
        <a:ext cx="1146594" cy="163027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B2173-4E5F-4D1C-B1F8-54462B43F8CE}">
      <dsp:nvSpPr>
        <dsp:cNvPr id="0" name=""/>
        <dsp:cNvSpPr/>
      </dsp:nvSpPr>
      <dsp:spPr>
        <a:xfrm>
          <a:off x="0" y="0"/>
          <a:ext cx="10515600" cy="1325563"/>
        </a:xfrm>
        <a:prstGeom prst="roundRect">
          <a:avLst>
            <a:gd name="adj" fmla="val 10000"/>
          </a:avLst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100" kern="1200" dirty="0"/>
            <a:t>Correlation Analysis</a:t>
          </a:r>
        </a:p>
      </dsp:txBody>
      <dsp:txXfrm>
        <a:off x="2235676" y="0"/>
        <a:ext cx="8279923" cy="1325563"/>
      </dsp:txXfrm>
    </dsp:sp>
    <dsp:sp modelId="{EFEE89DA-E588-4C3A-BA88-352089C28E04}">
      <dsp:nvSpPr>
        <dsp:cNvPr id="0" name=""/>
        <dsp:cNvSpPr/>
      </dsp:nvSpPr>
      <dsp:spPr>
        <a:xfrm>
          <a:off x="618681" y="163638"/>
          <a:ext cx="1130868" cy="99828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668F6B-BC66-4DB4-A41C-9473303E1BCF}">
      <dsp:nvSpPr>
        <dsp:cNvPr id="0" name=""/>
        <dsp:cNvSpPr/>
      </dsp:nvSpPr>
      <dsp:spPr>
        <a:xfrm>
          <a:off x="2897208" y="932886"/>
          <a:ext cx="2275012" cy="3608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942"/>
              </a:lnTo>
              <a:lnTo>
                <a:pt x="2275012" y="245942"/>
              </a:lnTo>
              <a:lnTo>
                <a:pt x="2275012" y="360899"/>
              </a:lnTo>
            </a:path>
          </a:pathLst>
        </a:custGeom>
        <a:noFill/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E9C136-3E0E-473F-AFB6-667465C787F8}">
      <dsp:nvSpPr>
        <dsp:cNvPr id="0" name=""/>
        <dsp:cNvSpPr/>
      </dsp:nvSpPr>
      <dsp:spPr>
        <a:xfrm>
          <a:off x="2897208" y="932886"/>
          <a:ext cx="758337" cy="3608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5942"/>
              </a:lnTo>
              <a:lnTo>
                <a:pt x="758337" y="245942"/>
              </a:lnTo>
              <a:lnTo>
                <a:pt x="758337" y="360899"/>
              </a:lnTo>
            </a:path>
          </a:pathLst>
        </a:custGeom>
        <a:noFill/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79C867-5C32-4F5A-A428-5D73E1678EFB}">
      <dsp:nvSpPr>
        <dsp:cNvPr id="0" name=""/>
        <dsp:cNvSpPr/>
      </dsp:nvSpPr>
      <dsp:spPr>
        <a:xfrm>
          <a:off x="2138870" y="932886"/>
          <a:ext cx="758337" cy="360899"/>
        </a:xfrm>
        <a:custGeom>
          <a:avLst/>
          <a:gdLst/>
          <a:ahLst/>
          <a:cxnLst/>
          <a:rect l="0" t="0" r="0" b="0"/>
          <a:pathLst>
            <a:path>
              <a:moveTo>
                <a:pt x="758337" y="0"/>
              </a:moveTo>
              <a:lnTo>
                <a:pt x="758337" y="245942"/>
              </a:lnTo>
              <a:lnTo>
                <a:pt x="0" y="245942"/>
              </a:lnTo>
              <a:lnTo>
                <a:pt x="0" y="360899"/>
              </a:lnTo>
            </a:path>
          </a:pathLst>
        </a:custGeom>
        <a:noFill/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ACA1F2-5CEE-427C-8036-F035D1CFA27F}">
      <dsp:nvSpPr>
        <dsp:cNvPr id="0" name=""/>
        <dsp:cNvSpPr/>
      </dsp:nvSpPr>
      <dsp:spPr>
        <a:xfrm>
          <a:off x="622195" y="932886"/>
          <a:ext cx="2275012" cy="360899"/>
        </a:xfrm>
        <a:custGeom>
          <a:avLst/>
          <a:gdLst/>
          <a:ahLst/>
          <a:cxnLst/>
          <a:rect l="0" t="0" r="0" b="0"/>
          <a:pathLst>
            <a:path>
              <a:moveTo>
                <a:pt x="2275012" y="0"/>
              </a:moveTo>
              <a:lnTo>
                <a:pt x="2275012" y="245942"/>
              </a:lnTo>
              <a:lnTo>
                <a:pt x="0" y="245942"/>
              </a:lnTo>
              <a:lnTo>
                <a:pt x="0" y="360899"/>
              </a:lnTo>
            </a:path>
          </a:pathLst>
        </a:custGeom>
        <a:noFill/>
        <a:ln w="12700" cap="flat" cmpd="sng" algn="ctr">
          <a:solidFill>
            <a:schemeClr val="accent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FAF4A2-569D-48F5-85A7-AA36D854278F}">
      <dsp:nvSpPr>
        <dsp:cNvPr id="0" name=""/>
        <dsp:cNvSpPr/>
      </dsp:nvSpPr>
      <dsp:spPr>
        <a:xfrm>
          <a:off x="2276750" y="144905"/>
          <a:ext cx="1240915" cy="787981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DE926D-E653-45E2-9FD6-0524D72CB6B8}">
      <dsp:nvSpPr>
        <dsp:cNvPr id="0" name=""/>
        <dsp:cNvSpPr/>
      </dsp:nvSpPr>
      <dsp:spPr>
        <a:xfrm>
          <a:off x="2414629" y="275890"/>
          <a:ext cx="1240915" cy="787981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Key findings:</a:t>
          </a:r>
          <a:endParaRPr lang="en-IN" sz="1800" b="1" kern="1200" dirty="0"/>
        </a:p>
      </dsp:txBody>
      <dsp:txXfrm>
        <a:off x="2437708" y="298969"/>
        <a:ext cx="1194757" cy="741823"/>
      </dsp:txXfrm>
    </dsp:sp>
    <dsp:sp modelId="{7076CD1B-1876-40BE-9AC2-37028784E8FF}">
      <dsp:nvSpPr>
        <dsp:cNvPr id="0" name=""/>
        <dsp:cNvSpPr/>
      </dsp:nvSpPr>
      <dsp:spPr>
        <a:xfrm>
          <a:off x="1737" y="1293786"/>
          <a:ext cx="1240915" cy="787981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F29E08-8D19-4491-B73A-D159C1DA02A3}">
      <dsp:nvSpPr>
        <dsp:cNvPr id="0" name=""/>
        <dsp:cNvSpPr/>
      </dsp:nvSpPr>
      <dsp:spPr>
        <a:xfrm>
          <a:off x="139617" y="1424772"/>
          <a:ext cx="1240915" cy="787981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Technology stocks show strong correlation</a:t>
          </a:r>
          <a:endParaRPr lang="en-IN" sz="1200" kern="1200" dirty="0"/>
        </a:p>
      </dsp:txBody>
      <dsp:txXfrm>
        <a:off x="162696" y="1447851"/>
        <a:ext cx="1194757" cy="741823"/>
      </dsp:txXfrm>
    </dsp:sp>
    <dsp:sp modelId="{C6FAFF8A-39EE-46E0-B87C-4625FE17D777}">
      <dsp:nvSpPr>
        <dsp:cNvPr id="0" name=""/>
        <dsp:cNvSpPr/>
      </dsp:nvSpPr>
      <dsp:spPr>
        <a:xfrm>
          <a:off x="1518412" y="1293786"/>
          <a:ext cx="1240915" cy="787981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6A03E2-0547-4041-B0C5-A0257C1389A4}">
      <dsp:nvSpPr>
        <dsp:cNvPr id="0" name=""/>
        <dsp:cNvSpPr/>
      </dsp:nvSpPr>
      <dsp:spPr>
        <a:xfrm>
          <a:off x="1656292" y="1424772"/>
          <a:ext cx="1240915" cy="787981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Banking stocks tend to move together</a:t>
          </a:r>
          <a:endParaRPr lang="en-IN" sz="1200" kern="1200" dirty="0"/>
        </a:p>
      </dsp:txBody>
      <dsp:txXfrm>
        <a:off x="1679371" y="1447851"/>
        <a:ext cx="1194757" cy="741823"/>
      </dsp:txXfrm>
    </dsp:sp>
    <dsp:sp modelId="{C4041B24-2BC5-4420-BEE2-DB8867B59DA2}">
      <dsp:nvSpPr>
        <dsp:cNvPr id="0" name=""/>
        <dsp:cNvSpPr/>
      </dsp:nvSpPr>
      <dsp:spPr>
        <a:xfrm>
          <a:off x="3035087" y="1293786"/>
          <a:ext cx="1240915" cy="787981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D63689-FC5B-400D-95EF-3A4F95B0D047}">
      <dsp:nvSpPr>
        <dsp:cNvPr id="0" name=""/>
        <dsp:cNvSpPr/>
      </dsp:nvSpPr>
      <dsp:spPr>
        <a:xfrm>
          <a:off x="3172967" y="1424772"/>
          <a:ext cx="1240915" cy="787981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Aviation stocks are highly correlated</a:t>
          </a:r>
          <a:endParaRPr lang="en-IN" sz="1200" kern="1200" dirty="0"/>
        </a:p>
      </dsp:txBody>
      <dsp:txXfrm>
        <a:off x="3196046" y="1447851"/>
        <a:ext cx="1194757" cy="741823"/>
      </dsp:txXfrm>
    </dsp:sp>
    <dsp:sp modelId="{DC3E5D80-0D60-4E4D-9F1C-04A94EF66899}">
      <dsp:nvSpPr>
        <dsp:cNvPr id="0" name=""/>
        <dsp:cNvSpPr/>
      </dsp:nvSpPr>
      <dsp:spPr>
        <a:xfrm>
          <a:off x="4551762" y="1293786"/>
          <a:ext cx="1240915" cy="787981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9E294B-F8D4-4367-94CC-FB21267F8143}">
      <dsp:nvSpPr>
        <dsp:cNvPr id="0" name=""/>
        <dsp:cNvSpPr/>
      </dsp:nvSpPr>
      <dsp:spPr>
        <a:xfrm>
          <a:off x="4689642" y="1424772"/>
          <a:ext cx="1240915" cy="787981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Pharmaceutical stocks show moderate correlation</a:t>
          </a:r>
          <a:endParaRPr lang="en-IN" sz="1200" kern="1200" dirty="0"/>
        </a:p>
      </dsp:txBody>
      <dsp:txXfrm>
        <a:off x="4712721" y="1447851"/>
        <a:ext cx="1194757" cy="741823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91ADB9-E7B8-4BC6-849C-797D39DF240E}">
      <dsp:nvSpPr>
        <dsp:cNvPr id="0" name=""/>
        <dsp:cNvSpPr/>
      </dsp:nvSpPr>
      <dsp:spPr>
        <a:xfrm>
          <a:off x="2808" y="0"/>
          <a:ext cx="5746846" cy="1517802"/>
        </a:xfrm>
        <a:prstGeom prst="homePlate">
          <a:avLst>
            <a:gd name="adj" fmla="val 25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736" tIns="60960" rIns="810944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Insight:</a:t>
          </a:r>
          <a:endParaRPr lang="en-IN" sz="24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Diversifying across sectors helps reduce portfolio risk because stocks within the same sector move together</a:t>
          </a:r>
          <a:r>
            <a:rPr lang="en-US" sz="1800" kern="1200" dirty="0"/>
            <a:t>.</a:t>
          </a:r>
          <a:endParaRPr lang="en-IN" sz="1800" kern="1200" dirty="0"/>
        </a:p>
      </dsp:txBody>
      <dsp:txXfrm>
        <a:off x="2808" y="0"/>
        <a:ext cx="5557121" cy="151780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D437AE-11FA-4614-97F0-4432A9AC4156}">
      <dsp:nvSpPr>
        <dsp:cNvPr id="0" name=""/>
        <dsp:cNvSpPr/>
      </dsp:nvSpPr>
      <dsp:spPr>
        <a:xfrm>
          <a:off x="0" y="0"/>
          <a:ext cx="1325563" cy="1325563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4D4EC1-F9BD-40E6-BD0C-14505D3632D1}">
      <dsp:nvSpPr>
        <dsp:cNvPr id="0" name=""/>
        <dsp:cNvSpPr/>
      </dsp:nvSpPr>
      <dsp:spPr>
        <a:xfrm>
          <a:off x="662781" y="0"/>
          <a:ext cx="9852818" cy="1325563"/>
        </a:xfrm>
        <a:prstGeom prst="rect">
          <a:avLst/>
        </a:prstGeom>
        <a:solidFill>
          <a:schemeClr val="accent4">
            <a:lumMod val="5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100" kern="1200" dirty="0">
              <a:solidFill>
                <a:schemeClr val="bg1"/>
              </a:solidFill>
            </a:rPr>
            <a:t>Portfolio Construction</a:t>
          </a:r>
        </a:p>
      </dsp:txBody>
      <dsp:txXfrm>
        <a:off x="662781" y="0"/>
        <a:ext cx="9852818" cy="1325563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B23906-435D-473E-A23A-A5968A8AA857}">
      <dsp:nvSpPr>
        <dsp:cNvPr id="0" name=""/>
        <dsp:cNvSpPr/>
      </dsp:nvSpPr>
      <dsp:spPr>
        <a:xfrm>
          <a:off x="1062762" y="4522"/>
          <a:ext cx="3784250" cy="2824862"/>
        </a:xfrm>
        <a:prstGeom prst="round2SameRect">
          <a:avLst>
            <a:gd name="adj1" fmla="val 8000"/>
            <a:gd name="adj2" fmla="val 0"/>
          </a:avLst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60960" rIns="20320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Stocks Selected: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JNJ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PFE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MRK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UNH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MSFT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Reason: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Stable earnings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Lower volatility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Strong healthcare sector performance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600" kern="1200" dirty="0"/>
        </a:p>
      </dsp:txBody>
      <dsp:txXfrm>
        <a:off x="1128952" y="70712"/>
        <a:ext cx="3651870" cy="2758672"/>
      </dsp:txXfrm>
    </dsp:sp>
    <dsp:sp modelId="{29F20C9A-6DC3-45B8-9B24-5EC9302B4F73}">
      <dsp:nvSpPr>
        <dsp:cNvPr id="0" name=""/>
        <dsp:cNvSpPr/>
      </dsp:nvSpPr>
      <dsp:spPr>
        <a:xfrm>
          <a:off x="1062762" y="2829385"/>
          <a:ext cx="3784250" cy="1214691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0" rIns="36830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/>
            <a:t>Patrick’s Portfolio (Conservative)</a:t>
          </a:r>
          <a:endParaRPr lang="en-IN" sz="2900" kern="1200"/>
        </a:p>
      </dsp:txBody>
      <dsp:txXfrm>
        <a:off x="1062762" y="2829385"/>
        <a:ext cx="2664965" cy="1214691"/>
      </dsp:txXfrm>
    </dsp:sp>
    <dsp:sp modelId="{14508E1A-2EA0-421A-862C-32A265B907B7}">
      <dsp:nvSpPr>
        <dsp:cNvPr id="0" name=""/>
        <dsp:cNvSpPr/>
      </dsp:nvSpPr>
      <dsp:spPr>
        <a:xfrm>
          <a:off x="3834777" y="3022327"/>
          <a:ext cx="1324487" cy="1324487"/>
        </a:xfrm>
        <a:prstGeom prst="ellipse">
          <a:avLst/>
        </a:prstGeom>
        <a:blipFill dpi="0" rotWithShape="1">
          <a:blip xmlns:r="http://schemas.openxmlformats.org/officeDocument/2006/relationships" r:embed="rId1">
            <a:alphaModFix amt="79000"/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>
          <a:softEdge rad="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182C94-D507-4277-949A-199BEBB116D5}">
      <dsp:nvSpPr>
        <dsp:cNvPr id="0" name=""/>
        <dsp:cNvSpPr/>
      </dsp:nvSpPr>
      <dsp:spPr>
        <a:xfrm>
          <a:off x="5487398" y="4522"/>
          <a:ext cx="3784250" cy="2824862"/>
        </a:xfrm>
        <a:prstGeom prst="round2SameRect">
          <a:avLst>
            <a:gd name="adj1" fmla="val 8000"/>
            <a:gd name="adj2" fmla="val 0"/>
          </a:avLst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60960" rIns="20320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Stocks Selected: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AMZN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AAPL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MSFT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ALGT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UNH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/>
            <a:t>Reason: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High growth potential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Technology sector dominance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Momentum-based investing</a:t>
          </a:r>
        </a:p>
      </dsp:txBody>
      <dsp:txXfrm>
        <a:off x="5553588" y="70712"/>
        <a:ext cx="3651870" cy="2758672"/>
      </dsp:txXfrm>
    </dsp:sp>
    <dsp:sp modelId="{05DC94AE-6973-4B98-9CD0-C13E8C25106D}">
      <dsp:nvSpPr>
        <dsp:cNvPr id="0" name=""/>
        <dsp:cNvSpPr/>
      </dsp:nvSpPr>
      <dsp:spPr>
        <a:xfrm>
          <a:off x="5487398" y="2829385"/>
          <a:ext cx="3784250" cy="1214691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0" rIns="36830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/>
            <a:t>Peter’s Portfolio (Aggressive)</a:t>
          </a:r>
          <a:endParaRPr lang="en-IN" sz="2900" kern="1200"/>
        </a:p>
      </dsp:txBody>
      <dsp:txXfrm>
        <a:off x="5487398" y="2829385"/>
        <a:ext cx="2664965" cy="1214691"/>
      </dsp:txXfrm>
    </dsp:sp>
    <dsp:sp modelId="{FCF4F406-BDCB-440D-B53C-49ABD7A458EE}">
      <dsp:nvSpPr>
        <dsp:cNvPr id="0" name=""/>
        <dsp:cNvSpPr/>
      </dsp:nvSpPr>
      <dsp:spPr>
        <a:xfrm>
          <a:off x="8259414" y="3022327"/>
          <a:ext cx="1324487" cy="1324487"/>
        </a:xfrm>
        <a:prstGeom prst="ellipse">
          <a:avLst/>
        </a:prstGeom>
        <a:blipFill dpi="0" rotWithShape="1">
          <a:blip xmlns:r="http://schemas.openxmlformats.org/officeDocument/2006/relationships" r:embed="rId2">
            <a:alphaModFix amt="70000"/>
          </a:blip>
          <a:srcRect/>
          <a:stretch>
            <a:fillRect t="-4000" b="-4000"/>
          </a:stretch>
        </a:blipFill>
        <a:ln w="12700" cap="flat" cmpd="sng" algn="ctr">
          <a:noFill/>
          <a:prstDash val="solid"/>
          <a:miter lim="800000"/>
        </a:ln>
        <a:effectLst>
          <a:softEdge rad="0"/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076AC5-DA2F-42FF-A2EF-F1E140F8259B}">
      <dsp:nvSpPr>
        <dsp:cNvPr id="0" name=""/>
        <dsp:cNvSpPr/>
      </dsp:nvSpPr>
      <dsp:spPr>
        <a:xfrm>
          <a:off x="5134" y="0"/>
          <a:ext cx="10505330" cy="1325563"/>
        </a:xfrm>
        <a:prstGeom prst="roundRect">
          <a:avLst>
            <a:gd name="adj" fmla="val 10000"/>
          </a:avLst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700" kern="1200"/>
            <a:t>Portfolio Performance</a:t>
          </a:r>
        </a:p>
      </dsp:txBody>
      <dsp:txXfrm>
        <a:off x="43958" y="38824"/>
        <a:ext cx="10427682" cy="1247915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52C812-4B5A-4175-AC9C-84683A99EE90}">
      <dsp:nvSpPr>
        <dsp:cNvPr id="0" name=""/>
        <dsp:cNvSpPr/>
      </dsp:nvSpPr>
      <dsp:spPr>
        <a:xfrm>
          <a:off x="2193" y="0"/>
          <a:ext cx="4488364" cy="4337431"/>
        </a:xfrm>
        <a:prstGeom prst="homePlate">
          <a:avLst>
            <a:gd name="adj" fmla="val 25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340" tIns="101600" rIns="633358" bIns="1016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b="1" kern="1200" dirty="0"/>
            <a:t>Insights</a:t>
          </a:r>
          <a:r>
            <a:rPr lang="en-US" sz="2600" kern="1200" dirty="0"/>
            <a:t>:</a:t>
          </a:r>
          <a:endParaRPr lang="en-IN" sz="26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• Patrick achieves his goal of </a:t>
          </a:r>
          <a:r>
            <a:rPr lang="en-US" sz="2400" b="1" kern="1200" dirty="0"/>
            <a:t>doubling capital</a:t>
          </a:r>
          <a:br>
            <a:rPr lang="en-US" sz="2400" kern="1200" dirty="0"/>
          </a:br>
          <a:r>
            <a:rPr lang="en-US" sz="2400" kern="1200" dirty="0"/>
            <a:t>• Peter generates </a:t>
          </a:r>
          <a:r>
            <a:rPr lang="en-US" sz="2400" b="1" kern="1200" dirty="0"/>
            <a:t>higher returns but higher volatility</a:t>
          </a:r>
          <a:br>
            <a:rPr lang="en-US" sz="2400" kern="1200" dirty="0"/>
          </a:br>
          <a:r>
            <a:rPr lang="en-US" sz="2400" kern="1200" dirty="0"/>
            <a:t>• Peter’s portfolio delivers </a:t>
          </a:r>
          <a:r>
            <a:rPr lang="en-US" sz="2400" b="1" kern="1200" dirty="0"/>
            <a:t>better risk-adjusted performance</a:t>
          </a:r>
          <a:endParaRPr lang="en-IN" sz="2400" kern="1200" dirty="0"/>
        </a:p>
      </dsp:txBody>
      <dsp:txXfrm>
        <a:off x="2193" y="0"/>
        <a:ext cx="3946185" cy="433743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87B797-5DBE-48A6-BFB9-083C285D892D}">
      <dsp:nvSpPr>
        <dsp:cNvPr id="0" name=""/>
        <dsp:cNvSpPr/>
      </dsp:nvSpPr>
      <dsp:spPr>
        <a:xfrm rot="10800000">
          <a:off x="2819878" y="0"/>
          <a:ext cx="9879667" cy="1325563"/>
        </a:xfrm>
        <a:prstGeom prst="homePlate">
          <a:avLst/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4536" tIns="232410" rIns="433832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100" kern="1200" dirty="0"/>
            <a:t>Dashboard Overview</a:t>
          </a:r>
        </a:p>
      </dsp:txBody>
      <dsp:txXfrm rot="10800000">
        <a:off x="3151269" y="0"/>
        <a:ext cx="9548276" cy="1325563"/>
      </dsp:txXfrm>
    </dsp:sp>
    <dsp:sp modelId="{B91F0C4E-08B9-4EAE-8F03-3A7D6F18FF76}">
      <dsp:nvSpPr>
        <dsp:cNvPr id="0" name=""/>
        <dsp:cNvSpPr/>
      </dsp:nvSpPr>
      <dsp:spPr>
        <a:xfrm>
          <a:off x="1668547" y="0"/>
          <a:ext cx="1325563" cy="1325563"/>
        </a:xfrm>
        <a:prstGeom prst="ellipse">
          <a:avLst/>
        </a:prstGeom>
        <a:blipFill dpi="0" rotWithShape="1">
          <a:blip xmlns:r="http://schemas.openxmlformats.org/officeDocument/2006/relationships" r:embed="rId1"/>
          <a:srcRect/>
          <a:stretch>
            <a:fillRect l="6547" t="6547" r="6547" b="6547"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E102CA-6FDF-40F1-BBE0-57786027BB4E}">
      <dsp:nvSpPr>
        <dsp:cNvPr id="0" name=""/>
        <dsp:cNvSpPr/>
      </dsp:nvSpPr>
      <dsp:spPr>
        <a:xfrm>
          <a:off x="0" y="18126"/>
          <a:ext cx="4289981" cy="647595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Features:</a:t>
          </a:r>
          <a:endParaRPr lang="en-IN" sz="2700" kern="1200"/>
        </a:p>
      </dsp:txBody>
      <dsp:txXfrm>
        <a:off x="31613" y="49739"/>
        <a:ext cx="4226755" cy="584369"/>
      </dsp:txXfrm>
    </dsp:sp>
    <dsp:sp modelId="{942D4D7D-2390-423A-9096-8C998AC0C457}">
      <dsp:nvSpPr>
        <dsp:cNvPr id="0" name=""/>
        <dsp:cNvSpPr/>
      </dsp:nvSpPr>
      <dsp:spPr>
        <a:xfrm>
          <a:off x="0" y="665721"/>
          <a:ext cx="4289981" cy="1732590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207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100" kern="1200" dirty="0"/>
            <a:t>Risk vs Return visualization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100" kern="1200" dirty="0"/>
            <a:t>Portfolio performance comparison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100" kern="1200" dirty="0"/>
            <a:t>Investor-based filtering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100" kern="1200" dirty="0"/>
            <a:t>Interactive stock performance analysis</a:t>
          </a:r>
        </a:p>
      </dsp:txBody>
      <dsp:txXfrm>
        <a:off x="0" y="665721"/>
        <a:ext cx="4289981" cy="173259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CED660-667E-4208-A300-CFA46C98C152}">
      <dsp:nvSpPr>
        <dsp:cNvPr id="0" name=""/>
        <dsp:cNvSpPr/>
      </dsp:nvSpPr>
      <dsp:spPr>
        <a:xfrm rot="5400000">
          <a:off x="2002094" y="-308866"/>
          <a:ext cx="1625060" cy="2649057"/>
        </a:xfrm>
        <a:prstGeom prst="round2SameRect">
          <a:avLst/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dirty="0"/>
            <a:t>Provides an </a:t>
          </a:r>
          <a:r>
            <a:rPr lang="en-US" sz="1700" b="1" kern="1200" dirty="0"/>
            <a:t>interactive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b="1" kern="1200" dirty="0"/>
            <a:t>dashboard to analyze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b="1" kern="1200" dirty="0"/>
            <a:t>portfolio performance,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b="1" kern="1200" dirty="0"/>
            <a:t>risk metrics, and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b="1" kern="1200" dirty="0"/>
            <a:t>investment insights.</a:t>
          </a:r>
          <a:endParaRPr lang="en-IN" sz="1700" kern="1200" dirty="0"/>
        </a:p>
      </dsp:txBody>
      <dsp:txXfrm rot="-5400000">
        <a:off x="1490096" y="282461"/>
        <a:ext cx="2569728" cy="1466402"/>
      </dsp:txXfrm>
    </dsp:sp>
    <dsp:sp modelId="{C2578132-CA79-4AF7-9FCC-8B258EE35226}">
      <dsp:nvSpPr>
        <dsp:cNvPr id="0" name=""/>
        <dsp:cNvSpPr/>
      </dsp:nvSpPr>
      <dsp:spPr>
        <a:xfrm>
          <a:off x="0" y="0"/>
          <a:ext cx="1490095" cy="2031325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Purpose:</a:t>
          </a:r>
          <a:endParaRPr lang="en-IN" sz="2500" kern="1200" dirty="0"/>
        </a:p>
      </dsp:txBody>
      <dsp:txXfrm>
        <a:off x="72740" y="72740"/>
        <a:ext cx="1344615" cy="1885845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7119CB-D754-4318-A6E9-7A09081F4C0C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500" kern="1200" dirty="0"/>
            <a:t>               Final Conclusion</a:t>
          </a:r>
        </a:p>
      </dsp:txBody>
      <dsp:txXfrm>
        <a:off x="64397" y="67590"/>
        <a:ext cx="10386806" cy="1190381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845F30-2474-4202-9846-B3258F743E7F}">
      <dsp:nvSpPr>
        <dsp:cNvPr id="0" name=""/>
        <dsp:cNvSpPr/>
      </dsp:nvSpPr>
      <dsp:spPr>
        <a:xfrm rot="5400000">
          <a:off x="1547337" y="355102"/>
          <a:ext cx="2779689" cy="2764406"/>
        </a:xfrm>
        <a:prstGeom prst="round2SameRect">
          <a:avLst/>
        </a:prstGeom>
        <a:solidFill>
          <a:schemeClr val="accent4">
            <a:lumMod val="20000"/>
            <a:lumOff val="8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Technology stocks </a:t>
          </a:r>
          <a:r>
            <a:rPr lang="en-US" sz="1600" b="0" kern="1200" dirty="0"/>
            <a:t>outperformed the market</a:t>
          </a:r>
          <a:endParaRPr lang="en-IN" sz="1600" b="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/>
            <a:t>Healthcare stocks </a:t>
          </a:r>
          <a:r>
            <a:rPr lang="en-US" sz="1600" b="0" kern="1200" dirty="0"/>
            <a:t>provided stable returns</a:t>
          </a:r>
          <a:endParaRPr lang="en-IN" sz="1600" b="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1" kern="1200" dirty="0"/>
            <a:t>Sector diversification </a:t>
          </a:r>
          <a:r>
            <a:rPr lang="en-IN" sz="1600" b="0" kern="1200" dirty="0"/>
            <a:t>reduces portfolio risk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b="0" kern="1200" dirty="0"/>
            <a:t>Patrick’s portfolio suits conservative investors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kern="1200" dirty="0"/>
            <a:t>Peter’s portfolio offers higher growth potential</a:t>
          </a:r>
          <a:endParaRPr lang="en-IN" sz="1600" b="0" kern="1200" dirty="0"/>
        </a:p>
      </dsp:txBody>
      <dsp:txXfrm rot="-5400000">
        <a:off x="1554979" y="482408"/>
        <a:ext cx="2629459" cy="2509795"/>
      </dsp:txXfrm>
    </dsp:sp>
    <dsp:sp modelId="{AB15DCA0-9CCE-4906-82B0-F9F8DA03E899}">
      <dsp:nvSpPr>
        <dsp:cNvPr id="0" name=""/>
        <dsp:cNvSpPr/>
      </dsp:nvSpPr>
      <dsp:spPr>
        <a:xfrm>
          <a:off x="0" y="0"/>
          <a:ext cx="1554978" cy="3474612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Key Takeaways</a:t>
          </a:r>
          <a:endParaRPr lang="en-IN" sz="2000" kern="1200" dirty="0"/>
        </a:p>
      </dsp:txBody>
      <dsp:txXfrm>
        <a:off x="75908" y="75908"/>
        <a:ext cx="1403162" cy="3322796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DCB25E-1448-4558-AE37-5E96702D5BDC}">
      <dsp:nvSpPr>
        <dsp:cNvPr id="0" name=""/>
        <dsp:cNvSpPr/>
      </dsp:nvSpPr>
      <dsp:spPr>
        <a:xfrm>
          <a:off x="1957419" y="0"/>
          <a:ext cx="2936129" cy="1198606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   Data-driven portfolio construction helps </a:t>
          </a:r>
          <a:r>
            <a:rPr lang="en-US" sz="1500" b="0" kern="1200" dirty="0"/>
            <a:t>investors</a:t>
          </a:r>
          <a:r>
            <a:rPr lang="en-US" sz="1500" b="1" kern="1200" dirty="0"/>
            <a:t> balance risk, return, and diversification</a:t>
          </a:r>
          <a:r>
            <a:rPr lang="en-US" sz="1500" kern="1200" dirty="0"/>
            <a:t>.</a:t>
          </a:r>
          <a:endParaRPr lang="en-IN" sz="1500" kern="1200" dirty="0"/>
        </a:p>
      </dsp:txBody>
      <dsp:txXfrm>
        <a:off x="1957419" y="149826"/>
        <a:ext cx="2486652" cy="898954"/>
      </dsp:txXfrm>
    </dsp:sp>
    <dsp:sp modelId="{E981A249-C75B-46D7-B327-FB3D37C4E52E}">
      <dsp:nvSpPr>
        <dsp:cNvPr id="0" name=""/>
        <dsp:cNvSpPr/>
      </dsp:nvSpPr>
      <dsp:spPr>
        <a:xfrm>
          <a:off x="0" y="0"/>
          <a:ext cx="1957419" cy="1198606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Final </a:t>
          </a:r>
          <a:r>
            <a:rPr lang="en-US" sz="3400" kern="1200"/>
            <a:t>Insight:</a:t>
          </a:r>
          <a:endParaRPr lang="en-IN" sz="3400" kern="1200" dirty="0"/>
        </a:p>
      </dsp:txBody>
      <dsp:txXfrm>
        <a:off x="58511" y="58511"/>
        <a:ext cx="1840397" cy="1081584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FFEEDC-E253-48CC-B4B4-C724E838DCC6}">
      <dsp:nvSpPr>
        <dsp:cNvPr id="0" name=""/>
        <dsp:cNvSpPr/>
      </dsp:nvSpPr>
      <dsp:spPr>
        <a:xfrm>
          <a:off x="0" y="0"/>
          <a:ext cx="1325563" cy="1325563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058897-9B9B-4D34-B157-6FD9363D5C4A}">
      <dsp:nvSpPr>
        <dsp:cNvPr id="0" name=""/>
        <dsp:cNvSpPr/>
      </dsp:nvSpPr>
      <dsp:spPr>
        <a:xfrm>
          <a:off x="662781" y="0"/>
          <a:ext cx="9852818" cy="1325563"/>
        </a:xfrm>
        <a:prstGeom prst="rect">
          <a:avLst/>
        </a:prstGeom>
        <a:solidFill>
          <a:schemeClr val="accent4">
            <a:lumMod val="5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100" kern="1200" dirty="0">
              <a:solidFill>
                <a:schemeClr val="bg1"/>
              </a:solidFill>
            </a:rPr>
            <a:t>Future Improvements</a:t>
          </a:r>
        </a:p>
      </dsp:txBody>
      <dsp:txXfrm>
        <a:off x="662781" y="0"/>
        <a:ext cx="9852818" cy="1325563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D28B89-6455-4D2F-9153-67F2274DEB61}">
      <dsp:nvSpPr>
        <dsp:cNvPr id="0" name=""/>
        <dsp:cNvSpPr/>
      </dsp:nvSpPr>
      <dsp:spPr>
        <a:xfrm>
          <a:off x="2451" y="0"/>
          <a:ext cx="2569852" cy="4351338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Include more asset classes (ETFs, bonds)</a:t>
          </a:r>
          <a:endParaRPr lang="en-IN" sz="2400" kern="1200"/>
        </a:p>
      </dsp:txBody>
      <dsp:txXfrm>
        <a:off x="2451" y="1740535"/>
        <a:ext cx="2569852" cy="1740535"/>
      </dsp:txXfrm>
    </dsp:sp>
    <dsp:sp modelId="{D49C5272-A1D5-49A5-8896-50BE1D51EE84}">
      <dsp:nvSpPr>
        <dsp:cNvPr id="0" name=""/>
        <dsp:cNvSpPr/>
      </dsp:nvSpPr>
      <dsp:spPr>
        <a:xfrm>
          <a:off x="575993" y="301579"/>
          <a:ext cx="1448995" cy="1367996"/>
        </a:xfrm>
        <a:prstGeom prst="ellipse">
          <a:avLst/>
        </a:prstGeom>
        <a:blipFill dpi="0" rotWithShape="1">
          <a:blip xmlns:r="http://schemas.openxmlformats.org/officeDocument/2006/relationships" r:embed="rId1">
            <a:alphaModFix amt="70000"/>
          </a:blip>
          <a:srcRect/>
          <a:stretch>
            <a:fillRect l="12733" t="17105" r="12733" b="17105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B0B3FF-8853-4B6B-9622-26F64571F5DC}">
      <dsp:nvSpPr>
        <dsp:cNvPr id="0" name=""/>
        <dsp:cNvSpPr/>
      </dsp:nvSpPr>
      <dsp:spPr>
        <a:xfrm>
          <a:off x="2649399" y="0"/>
          <a:ext cx="2569852" cy="4351338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Portfolio optimization using the Efficient Frontier model</a:t>
          </a:r>
          <a:endParaRPr lang="en-IN" sz="2400" kern="1200" dirty="0"/>
        </a:p>
      </dsp:txBody>
      <dsp:txXfrm>
        <a:off x="2649399" y="1740535"/>
        <a:ext cx="2569852" cy="1740535"/>
      </dsp:txXfrm>
    </dsp:sp>
    <dsp:sp modelId="{BECECE36-C9D2-4A5E-A08D-943EE72A954E}">
      <dsp:nvSpPr>
        <dsp:cNvPr id="0" name=""/>
        <dsp:cNvSpPr/>
      </dsp:nvSpPr>
      <dsp:spPr>
        <a:xfrm>
          <a:off x="3209828" y="261080"/>
          <a:ext cx="1448995" cy="1448995"/>
        </a:xfrm>
        <a:prstGeom prst="ellipse">
          <a:avLst/>
        </a:prstGeom>
        <a:blipFill dpi="0" rotWithShape="1">
          <a:blip xmlns:r="http://schemas.openxmlformats.org/officeDocument/2006/relationships" r:embed="rId2">
            <a:alphaModFix amt="66000"/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7213AF-A92C-411C-B38C-28DB0D115C92}">
      <dsp:nvSpPr>
        <dsp:cNvPr id="0" name=""/>
        <dsp:cNvSpPr/>
      </dsp:nvSpPr>
      <dsp:spPr>
        <a:xfrm>
          <a:off x="5296347" y="0"/>
          <a:ext cx="2569852" cy="4351338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 dirty="0"/>
            <a:t>Machine learning models for stock price prediction</a:t>
          </a:r>
          <a:endParaRPr lang="en-IN" sz="2400" kern="1200" dirty="0"/>
        </a:p>
      </dsp:txBody>
      <dsp:txXfrm>
        <a:off x="5296347" y="1740535"/>
        <a:ext cx="2569852" cy="1740535"/>
      </dsp:txXfrm>
    </dsp:sp>
    <dsp:sp modelId="{E2C017D8-F71A-4A08-82B9-C4C39AFB90D6}">
      <dsp:nvSpPr>
        <dsp:cNvPr id="0" name=""/>
        <dsp:cNvSpPr/>
      </dsp:nvSpPr>
      <dsp:spPr>
        <a:xfrm>
          <a:off x="5856776" y="261080"/>
          <a:ext cx="1448995" cy="1448995"/>
        </a:xfrm>
        <a:prstGeom prst="ellipse">
          <a:avLst/>
        </a:prstGeom>
        <a:blipFill dpi="0" rotWithShape="1">
          <a:blip xmlns:r="http://schemas.openxmlformats.org/officeDocument/2006/relationships" r:embed="rId3">
            <a:alphaModFix amt="78000"/>
          </a:blip>
          <a:srcRect/>
          <a:stretch>
            <a:fillRect l="5279" t="10249" r="5279" b="10249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F5D81E-89B1-421E-8754-9577A3C51E77}">
      <dsp:nvSpPr>
        <dsp:cNvPr id="0" name=""/>
        <dsp:cNvSpPr/>
      </dsp:nvSpPr>
      <dsp:spPr>
        <a:xfrm>
          <a:off x="7943295" y="0"/>
          <a:ext cx="2569852" cy="4351338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accent4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baseline="0" dirty="0"/>
            <a:t>Real-time portfolio monitoring dashboards</a:t>
          </a:r>
          <a:endParaRPr lang="en-IN" sz="2400" kern="1200" dirty="0"/>
        </a:p>
      </dsp:txBody>
      <dsp:txXfrm>
        <a:off x="7943295" y="1740535"/>
        <a:ext cx="2569852" cy="1740535"/>
      </dsp:txXfrm>
    </dsp:sp>
    <dsp:sp modelId="{C852B726-5D75-4A04-8ECF-AAF4EFD93DC2}">
      <dsp:nvSpPr>
        <dsp:cNvPr id="0" name=""/>
        <dsp:cNvSpPr/>
      </dsp:nvSpPr>
      <dsp:spPr>
        <a:xfrm>
          <a:off x="8508223" y="319576"/>
          <a:ext cx="1439997" cy="1332003"/>
        </a:xfrm>
        <a:prstGeom prst="ellipse">
          <a:avLst/>
        </a:prstGeom>
        <a:blipFill dpi="0" rotWithShape="1">
          <a:blip xmlns:r="http://schemas.openxmlformats.org/officeDocument/2006/relationships" r:embed="rId4">
            <a:alphaModFix amt="76000"/>
          </a:blip>
          <a:srcRect/>
          <a:stretch>
            <a:fillRect l="8750" t="8108" r="8750" b="8108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080ACB-4A1B-4945-AFE3-49A7BDE8925F}">
      <dsp:nvSpPr>
        <dsp:cNvPr id="0" name=""/>
        <dsp:cNvSpPr/>
      </dsp:nvSpPr>
      <dsp:spPr>
        <a:xfrm>
          <a:off x="420623" y="3481070"/>
          <a:ext cx="9674352" cy="652700"/>
        </a:xfrm>
        <a:prstGeom prst="leftRightArrow">
          <a:avLst/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2723A-F247-D72A-DFA2-BD9BE3D70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AD4BC0-D73E-4A86-8C8D-D21AC58FB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61FF9-9FAC-F8EB-DF22-25AA8AFB4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996D6-944E-4078-935C-4490ACD416CB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19639-D7CE-8BC9-CEE3-FAF0EE45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94C6B-4526-02C9-B1FF-0FF9C7128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256-5171-4FE8-B496-724B40A9D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696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5B05-7330-1084-FD00-BD2D5B960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5860F-3B92-EA9D-0674-329C16990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56D43-E0E8-BB60-94DC-C0A8697A5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996D6-944E-4078-935C-4490ACD416CB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E8364-7277-4777-BA36-C707ED70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F0B80-D8C2-4E87-325C-B9A90083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256-5171-4FE8-B496-724B40A9D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39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81B5A-EE8D-73BD-B543-F65355213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09056-F28C-C2B7-4790-B71F1E688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720BA-65E5-E3FB-CB33-A34FFC3FA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996D6-944E-4078-935C-4490ACD416CB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05DA4-0D9D-5F9A-74B7-57CAAE9B1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A4725-9AED-BD2B-266D-DAD52822B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256-5171-4FE8-B496-724B40A9D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835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DA7D3-FD96-1931-44C0-F203A6287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E3503-646D-1D76-7683-87BE1F751F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3DE8D-DD43-5E23-231C-F464E6DA3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75096-DF04-60BB-FCD4-AE40D6780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996D6-944E-4078-935C-4490ACD416CB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69447-17F8-18A8-88AC-9E98A4611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3853A-6B8B-F1F4-740E-ACB739C3A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256-5171-4FE8-B496-724B40A9D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18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DA03-2F61-08A8-C400-E2F985047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D74E4-7FE7-E4DD-1F8E-5306AE168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C9EF5-DA37-AEA6-9129-D169183DE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0E658A-63E9-8A65-55F2-5B7B7D2A5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C80680-A18B-688C-10DA-33C046D86B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2C409D-3186-C732-32EA-1E6D3BC51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996D6-944E-4078-935C-4490ACD416CB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09484D-ABDA-2FD5-1E94-4FC85DD54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467984-7100-25C2-D779-C868C8A92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256-5171-4FE8-B496-724B40A9D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997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6E764-F906-0C3D-60B7-D3E2D7B4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5F1BC4-AA02-BF01-04FA-C4CB9A305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996D6-944E-4078-935C-4490ACD416CB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585E0-D209-2C72-4117-D293733A6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A271C-19B5-2A52-75FB-9005CA954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256-5171-4FE8-B496-724B40A9D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063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33C213-97BE-D612-27E6-A7CB9E527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996D6-944E-4078-935C-4490ACD416CB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9E2CB4-65AB-7E8A-A36B-41350AEFB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2B78B-3A24-9C83-2FFE-F896F262B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256-5171-4FE8-B496-724B40A9D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93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B2E5E-F799-F9C9-F189-BC8809528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14389-1A0F-72D1-6724-C55BEC0E9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CC01B-F4AA-4CF4-5265-4276B956D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82DDE-025C-A637-0215-48F4B998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996D6-944E-4078-935C-4490ACD416CB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E8379-71EE-1417-8800-80DDCBD64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89C4C-AE40-0841-AD4A-26100FCE2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256-5171-4FE8-B496-724B40A9D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813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60499-5A97-995B-704E-71FD144A6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8958A7-B99B-028A-4A52-F40488A861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AB5A8-0358-8F26-17A4-B75231421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2473-3872-C3CE-30BE-4DE17197E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996D6-944E-4078-935C-4490ACD416CB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13D8C-171F-3064-7CD0-5B5523C5D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6AC6D-086F-EE0E-73E3-A49E8E62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256-5171-4FE8-B496-724B40A9D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39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7258B-6A3B-D17D-8A39-7D7A5C371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C437C4-E6ED-9910-C475-DEEFB0B45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5010F-F430-0D67-E605-4237FB555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996D6-944E-4078-935C-4490ACD416CB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04563-1FE3-389B-C235-09A8D994E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14756-EC1D-E75E-D5B2-D35EC2649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256-5171-4FE8-B496-724B40A9D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503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C45F2F-8605-2FC7-7DE8-16A7A6EB80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38FE5-ECF1-4F70-0C36-753C991A7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90F8A-13C1-A062-DF04-A4E51107E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996D6-944E-4078-935C-4490ACD416CB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08790-C3B0-7BC7-7C86-871478DEA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97DF9-4283-2914-3AA6-D7FDB929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82256-5171-4FE8-B496-724B40A9D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083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BEA19F-F43E-97EA-FF56-F3E6D9848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6AEA7-37DE-AD0B-0F96-67B3D095E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A92E1-E187-60F9-11FC-01FCC2079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996D6-944E-4078-935C-4490ACD416CB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E24CE-CD37-AB71-160F-713243A73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5BFF6-9EFD-569E-74A0-937BB521E0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82256-5171-4FE8-B496-724B40A9DA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610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12" Type="http://schemas.openxmlformats.org/officeDocument/2006/relationships/image" Target="../media/image16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4.xml"/><Relationship Id="rId13" Type="http://schemas.openxmlformats.org/officeDocument/2006/relationships/diagramLayout" Target="../diagrams/layout15.xml"/><Relationship Id="rId3" Type="http://schemas.openxmlformats.org/officeDocument/2006/relationships/diagramLayout" Target="../diagrams/layout13.xml"/><Relationship Id="rId7" Type="http://schemas.openxmlformats.org/officeDocument/2006/relationships/diagramData" Target="../diagrams/data14.xml"/><Relationship Id="rId12" Type="http://schemas.openxmlformats.org/officeDocument/2006/relationships/diagramData" Target="../diagrams/data15.xml"/><Relationship Id="rId17" Type="http://schemas.openxmlformats.org/officeDocument/2006/relationships/image" Target="../media/image17.png"/><Relationship Id="rId2" Type="http://schemas.openxmlformats.org/officeDocument/2006/relationships/diagramData" Target="../diagrams/data13.xml"/><Relationship Id="rId16" Type="http://schemas.microsoft.com/office/2007/relationships/diagramDrawing" Target="../diagrams/drawing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11" Type="http://schemas.microsoft.com/office/2007/relationships/diagramDrawing" Target="../diagrams/drawing14.xml"/><Relationship Id="rId5" Type="http://schemas.openxmlformats.org/officeDocument/2006/relationships/diagramColors" Target="../diagrams/colors13.xml"/><Relationship Id="rId15" Type="http://schemas.openxmlformats.org/officeDocument/2006/relationships/diagramColors" Target="../diagrams/colors15.xml"/><Relationship Id="rId10" Type="http://schemas.openxmlformats.org/officeDocument/2006/relationships/diagramColors" Target="../diagrams/colors14.xml"/><Relationship Id="rId4" Type="http://schemas.openxmlformats.org/officeDocument/2006/relationships/diagramQuickStyle" Target="../diagrams/quickStyle13.xml"/><Relationship Id="rId9" Type="http://schemas.openxmlformats.org/officeDocument/2006/relationships/diagramQuickStyle" Target="../diagrams/quickStyle14.xml"/><Relationship Id="rId14" Type="http://schemas.openxmlformats.org/officeDocument/2006/relationships/diagramQuickStyle" Target="../diagrams/quickStyle1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7.xml"/><Relationship Id="rId13" Type="http://schemas.openxmlformats.org/officeDocument/2006/relationships/diagramLayout" Target="../diagrams/layout18.xml"/><Relationship Id="rId3" Type="http://schemas.openxmlformats.org/officeDocument/2006/relationships/diagramLayout" Target="../diagrams/layout16.xml"/><Relationship Id="rId7" Type="http://schemas.openxmlformats.org/officeDocument/2006/relationships/diagramData" Target="../diagrams/data17.xml"/><Relationship Id="rId12" Type="http://schemas.openxmlformats.org/officeDocument/2006/relationships/diagramData" Target="../diagrams/data18.xml"/><Relationship Id="rId17" Type="http://schemas.openxmlformats.org/officeDocument/2006/relationships/image" Target="../media/image20.jpg"/><Relationship Id="rId2" Type="http://schemas.openxmlformats.org/officeDocument/2006/relationships/diagramData" Target="../diagrams/data16.xml"/><Relationship Id="rId16" Type="http://schemas.microsoft.com/office/2007/relationships/diagramDrawing" Target="../diagrams/drawing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11" Type="http://schemas.microsoft.com/office/2007/relationships/diagramDrawing" Target="../diagrams/drawing17.xml"/><Relationship Id="rId5" Type="http://schemas.openxmlformats.org/officeDocument/2006/relationships/diagramColors" Target="../diagrams/colors16.xml"/><Relationship Id="rId15" Type="http://schemas.openxmlformats.org/officeDocument/2006/relationships/diagramColors" Target="../diagrams/colors18.xml"/><Relationship Id="rId10" Type="http://schemas.openxmlformats.org/officeDocument/2006/relationships/diagramColors" Target="../diagrams/colors17.xml"/><Relationship Id="rId4" Type="http://schemas.openxmlformats.org/officeDocument/2006/relationships/diagramQuickStyle" Target="../diagrams/quickStyle16.xml"/><Relationship Id="rId9" Type="http://schemas.openxmlformats.org/officeDocument/2006/relationships/diagramQuickStyle" Target="../diagrams/quickStyle17.xml"/><Relationship Id="rId14" Type="http://schemas.openxmlformats.org/officeDocument/2006/relationships/diagramQuickStyle" Target="../diagrams/quickStyle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0.xml"/><Relationship Id="rId3" Type="http://schemas.openxmlformats.org/officeDocument/2006/relationships/diagramLayout" Target="../diagrams/layout19.xml"/><Relationship Id="rId7" Type="http://schemas.openxmlformats.org/officeDocument/2006/relationships/diagramData" Target="../diagrams/data20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11" Type="http://schemas.microsoft.com/office/2007/relationships/diagramDrawing" Target="../diagrams/drawing20.xml"/><Relationship Id="rId5" Type="http://schemas.openxmlformats.org/officeDocument/2006/relationships/diagramColors" Target="../diagrams/colors19.xml"/><Relationship Id="rId10" Type="http://schemas.openxmlformats.org/officeDocument/2006/relationships/diagramColors" Target="../diagrams/colors20.xml"/><Relationship Id="rId4" Type="http://schemas.openxmlformats.org/officeDocument/2006/relationships/diagramQuickStyle" Target="../diagrams/quickStyle19.xml"/><Relationship Id="rId9" Type="http://schemas.openxmlformats.org/officeDocument/2006/relationships/diagramQuickStyle" Target="../diagrams/quickStyle2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2.xml"/><Relationship Id="rId3" Type="http://schemas.openxmlformats.org/officeDocument/2006/relationships/diagramLayout" Target="../diagrams/layout21.xml"/><Relationship Id="rId7" Type="http://schemas.openxmlformats.org/officeDocument/2006/relationships/diagramData" Target="../diagrams/data22.xml"/><Relationship Id="rId12" Type="http://schemas.openxmlformats.org/officeDocument/2006/relationships/image" Target="../media/image23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11" Type="http://schemas.microsoft.com/office/2007/relationships/diagramDrawing" Target="../diagrams/drawing22.xml"/><Relationship Id="rId5" Type="http://schemas.openxmlformats.org/officeDocument/2006/relationships/diagramColors" Target="../diagrams/colors21.xml"/><Relationship Id="rId10" Type="http://schemas.openxmlformats.org/officeDocument/2006/relationships/diagramColors" Target="../diagrams/colors22.xml"/><Relationship Id="rId4" Type="http://schemas.openxmlformats.org/officeDocument/2006/relationships/diagramQuickStyle" Target="../diagrams/quickStyle21.xml"/><Relationship Id="rId9" Type="http://schemas.openxmlformats.org/officeDocument/2006/relationships/diagramQuickStyle" Target="../diagrams/quickStyle2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4.xml"/><Relationship Id="rId13" Type="http://schemas.openxmlformats.org/officeDocument/2006/relationships/diagramData" Target="../diagrams/data25.xml"/><Relationship Id="rId3" Type="http://schemas.openxmlformats.org/officeDocument/2006/relationships/diagramLayout" Target="../diagrams/layout23.xml"/><Relationship Id="rId7" Type="http://schemas.openxmlformats.org/officeDocument/2006/relationships/diagramData" Target="../diagrams/data24.xml"/><Relationship Id="rId12" Type="http://schemas.openxmlformats.org/officeDocument/2006/relationships/image" Target="../media/image25.png"/><Relationship Id="rId17" Type="http://schemas.microsoft.com/office/2007/relationships/diagramDrawing" Target="../diagrams/drawing25.xml"/><Relationship Id="rId2" Type="http://schemas.openxmlformats.org/officeDocument/2006/relationships/diagramData" Target="../diagrams/data23.xml"/><Relationship Id="rId16" Type="http://schemas.openxmlformats.org/officeDocument/2006/relationships/diagramColors" Target="../diagrams/colors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11" Type="http://schemas.microsoft.com/office/2007/relationships/diagramDrawing" Target="../diagrams/drawing24.xml"/><Relationship Id="rId5" Type="http://schemas.openxmlformats.org/officeDocument/2006/relationships/diagramColors" Target="../diagrams/colors23.xml"/><Relationship Id="rId15" Type="http://schemas.openxmlformats.org/officeDocument/2006/relationships/diagramQuickStyle" Target="../diagrams/quickStyle25.xml"/><Relationship Id="rId10" Type="http://schemas.openxmlformats.org/officeDocument/2006/relationships/diagramColors" Target="../diagrams/colors24.xml"/><Relationship Id="rId4" Type="http://schemas.openxmlformats.org/officeDocument/2006/relationships/diagramQuickStyle" Target="../diagrams/quickStyle23.xml"/><Relationship Id="rId9" Type="http://schemas.openxmlformats.org/officeDocument/2006/relationships/diagramQuickStyle" Target="../diagrams/quickStyle24.xml"/><Relationship Id="rId14" Type="http://schemas.openxmlformats.org/officeDocument/2006/relationships/diagramLayout" Target="../diagrams/layout2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13" Type="http://schemas.openxmlformats.org/officeDocument/2006/relationships/diagramLayout" Target="../diagrams/layout28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12" Type="http://schemas.openxmlformats.org/officeDocument/2006/relationships/diagramData" Target="../diagrams/data28.xml"/><Relationship Id="rId17" Type="http://schemas.openxmlformats.org/officeDocument/2006/relationships/image" Target="../media/image26.png"/><Relationship Id="rId2" Type="http://schemas.openxmlformats.org/officeDocument/2006/relationships/diagramData" Target="../diagrams/data26.xml"/><Relationship Id="rId16" Type="http://schemas.microsoft.com/office/2007/relationships/diagramDrawing" Target="../diagrams/drawing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5" Type="http://schemas.openxmlformats.org/officeDocument/2006/relationships/diagramColors" Target="../diagrams/colors28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Relationship Id="rId14" Type="http://schemas.openxmlformats.org/officeDocument/2006/relationships/diagramQuickStyle" Target="../diagrams/quickStyle2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0.xml"/><Relationship Id="rId3" Type="http://schemas.openxmlformats.org/officeDocument/2006/relationships/diagramLayout" Target="../diagrams/layout29.xml"/><Relationship Id="rId7" Type="http://schemas.openxmlformats.org/officeDocument/2006/relationships/diagramData" Target="../diagrams/data30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11" Type="http://schemas.microsoft.com/office/2007/relationships/diagramDrawing" Target="../diagrams/drawing30.xml"/><Relationship Id="rId5" Type="http://schemas.openxmlformats.org/officeDocument/2006/relationships/diagramColors" Target="../diagrams/colors29.xml"/><Relationship Id="rId10" Type="http://schemas.openxmlformats.org/officeDocument/2006/relationships/diagramColors" Target="../diagrams/colors30.xml"/><Relationship Id="rId4" Type="http://schemas.openxmlformats.org/officeDocument/2006/relationships/diagramQuickStyle" Target="../diagrams/quickStyle29.xml"/><Relationship Id="rId9" Type="http://schemas.openxmlformats.org/officeDocument/2006/relationships/diagramQuickStyle" Target="../diagrams/quickStyl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243F653-D29A-A4C4-EBF7-C1131014E4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5160476"/>
              </p:ext>
            </p:extLst>
          </p:nvPr>
        </p:nvGraphicFramePr>
        <p:xfrm>
          <a:off x="110837" y="0"/>
          <a:ext cx="10492508" cy="238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102F250-8A7B-AFBF-B007-A6854A768D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1075923"/>
              </p:ext>
            </p:extLst>
          </p:nvPr>
        </p:nvGraphicFramePr>
        <p:xfrm>
          <a:off x="4682837" y="5052147"/>
          <a:ext cx="7398327" cy="165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10289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B3CEB30-6104-FAA9-8813-7ED9A3FCDC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1164029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50F539A-CAC3-B62C-884C-4DD1F6E0D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2504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15966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D539CFF-D2FE-4F08-816D-8DE30FABA4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3984105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4824E6F-3B56-5A37-74E2-6770B0498C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04713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E8F7515-E4F1-2527-405C-3DE6F1B74AD0}"/>
              </a:ext>
            </a:extLst>
          </p:cNvPr>
          <p:cNvSpPr txBox="1"/>
          <p:nvPr/>
        </p:nvSpPr>
        <p:spPr>
          <a:xfrm>
            <a:off x="3731490" y="1352134"/>
            <a:ext cx="5070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Investor risk preferences used for portfolio construction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462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9FF100D-B502-745C-A6EC-3514EED211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3809017"/>
              </p:ext>
            </p:extLst>
          </p:nvPr>
        </p:nvGraphicFramePr>
        <p:xfrm>
          <a:off x="-1376313" y="365125"/>
          <a:ext cx="14491950" cy="1331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895B5D-97F6-A430-0F0A-9EEF30C0B5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0833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AE9388B-6E27-4F52-61F6-FE1F99344A15}"/>
              </a:ext>
            </a:extLst>
          </p:cNvPr>
          <p:cNvSpPr txBox="1"/>
          <p:nvPr/>
        </p:nvSpPr>
        <p:spPr>
          <a:xfrm>
            <a:off x="4769962" y="1327493"/>
            <a:ext cx="4232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Overview of data sources used for analysis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888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AA52BBE-812B-1858-9DB7-1E1D7F6337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7408923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808513-6820-AA39-94E6-FA64B4B56B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247738"/>
              </p:ext>
            </p:extLst>
          </p:nvPr>
        </p:nvGraphicFramePr>
        <p:xfrm>
          <a:off x="1200727" y="2235200"/>
          <a:ext cx="9947564" cy="4156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AEA5182-EDDD-C51D-F5B5-E6DA790F883C}"/>
              </a:ext>
            </a:extLst>
          </p:cNvPr>
          <p:cNvSpPr txBox="1"/>
          <p:nvPr/>
        </p:nvSpPr>
        <p:spPr>
          <a:xfrm>
            <a:off x="3243256" y="1358702"/>
            <a:ext cx="6520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 preprocessing and exploratory analysis workflow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91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67DF83F-16E1-BAC4-F038-D47308E184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8915046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F6AE60-B578-D609-0291-1ED0A85905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593823"/>
              </p:ext>
            </p:extLst>
          </p:nvPr>
        </p:nvGraphicFramePr>
        <p:xfrm>
          <a:off x="121554" y="2253996"/>
          <a:ext cx="5224016" cy="39639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703C931-B225-7232-214D-00C1C05C67A7}"/>
              </a:ext>
            </a:extLst>
          </p:cNvPr>
          <p:cNvSpPr txBox="1"/>
          <p:nvPr/>
        </p:nvSpPr>
        <p:spPr>
          <a:xfrm>
            <a:off x="3979164" y="1321356"/>
            <a:ext cx="4233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Insights from historical stock market trends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5CF525-AF7F-6607-2438-27C606F88B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75593" y="1787970"/>
            <a:ext cx="6164719" cy="474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824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EA7F40F0-4D87-F945-7029-307F404C23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3556458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CE20082-84FF-6F60-D80B-3012010414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1491877"/>
              </p:ext>
            </p:extLst>
          </p:nvPr>
        </p:nvGraphicFramePr>
        <p:xfrm>
          <a:off x="838200" y="1825625"/>
          <a:ext cx="4447032" cy="2938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CBA6845-9CC6-0539-C6DD-16097AE831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4206443"/>
              </p:ext>
            </p:extLst>
          </p:nvPr>
        </p:nvGraphicFramePr>
        <p:xfrm>
          <a:off x="1124712" y="4898961"/>
          <a:ext cx="3529584" cy="1754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527F47C-F11C-1C17-83AA-7B64FAC5EAC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21224" y="1825625"/>
            <a:ext cx="6580968" cy="45385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D40273-BA21-5074-29C4-9BE874021F6B}"/>
              </a:ext>
            </a:extLst>
          </p:cNvPr>
          <p:cNvSpPr txBox="1"/>
          <p:nvPr/>
        </p:nvSpPr>
        <p:spPr>
          <a:xfrm>
            <a:off x="2578608" y="1321356"/>
            <a:ext cx="6793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Understanding the relationship between risk, return, and Sharpe ratio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063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B84F759-212B-40A1-3A51-F0ADC4DE48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7943905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7B1F06C-9A4E-5959-3329-19F2C3B63A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457449"/>
              </p:ext>
            </p:extLst>
          </p:nvPr>
        </p:nvGraphicFramePr>
        <p:xfrm>
          <a:off x="163704" y="2156016"/>
          <a:ext cx="5932296" cy="2357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A264656-2196-B389-D81A-A49D74D216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6863944"/>
              </p:ext>
            </p:extLst>
          </p:nvPr>
        </p:nvGraphicFramePr>
        <p:xfrm>
          <a:off x="163704" y="4864710"/>
          <a:ext cx="5752464" cy="15178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978AFF2-0A75-1D44-FAA9-2A26084603FB}"/>
              </a:ext>
            </a:extLst>
          </p:cNvPr>
          <p:cNvSpPr txBox="1"/>
          <p:nvPr/>
        </p:nvSpPr>
        <p:spPr>
          <a:xfrm>
            <a:off x="3593592" y="1312208"/>
            <a:ext cx="5394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Understanding relationships between stock movements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8FBEC2-0E16-99A5-58C8-87504840D1D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050" y="1837939"/>
            <a:ext cx="5865246" cy="45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555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5A853D7-5451-907E-1932-3953258922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0325727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9CD2589-B8CF-5831-513E-B797B7537B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8305437"/>
              </p:ext>
            </p:extLst>
          </p:nvPr>
        </p:nvGraphicFramePr>
        <p:xfrm>
          <a:off x="838200" y="1825625"/>
          <a:ext cx="1064666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8CDA3FE-CF58-C5C2-F113-6CE9894AEE44}"/>
              </a:ext>
            </a:extLst>
          </p:cNvPr>
          <p:cNvSpPr txBox="1"/>
          <p:nvPr/>
        </p:nvSpPr>
        <p:spPr>
          <a:xfrm>
            <a:off x="3913632" y="1321356"/>
            <a:ext cx="51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Portfolio allocation based on investor risk profiles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824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A6FA8E2-6E60-3B6C-B755-DB0C6B2770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9650651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D2BB1D-1537-924B-8D7C-D2E037AF6B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7971855"/>
              </p:ext>
            </p:extLst>
          </p:nvPr>
        </p:nvGraphicFramePr>
        <p:xfrm>
          <a:off x="319132" y="1926209"/>
          <a:ext cx="4492752" cy="4337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B51BA20-18A4-363D-BD2B-18C3751EF40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98671" y="3072384"/>
            <a:ext cx="6974197" cy="14081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48CEB0-6BF1-9756-4D08-2945B9D49CC3}"/>
              </a:ext>
            </a:extLst>
          </p:cNvPr>
          <p:cNvSpPr txBox="1"/>
          <p:nvPr/>
        </p:nvSpPr>
        <p:spPr>
          <a:xfrm>
            <a:off x="2863596" y="1321356"/>
            <a:ext cx="6464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Performance comparison of conservative and aggressive portfolios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6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E8E2F3E-180B-8CEE-55CC-C8BBCB9659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9850737"/>
              </p:ext>
            </p:extLst>
          </p:nvPr>
        </p:nvGraphicFramePr>
        <p:xfrm>
          <a:off x="-1734533" y="365125"/>
          <a:ext cx="14856643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9D0869-62A3-9679-D0D8-AB2EED5303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09069"/>
              </p:ext>
            </p:extLst>
          </p:nvPr>
        </p:nvGraphicFramePr>
        <p:xfrm>
          <a:off x="310298" y="1816198"/>
          <a:ext cx="4289981" cy="2416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DB494E0-A1E8-EFA9-1322-490B758B939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06277" y="1959904"/>
            <a:ext cx="7369608" cy="4139237"/>
          </a:xfrm>
          <a:prstGeom prst="rect">
            <a:avLst/>
          </a:prstGeo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5350EF1-DBA1-FBD6-9E96-6DE4939E1E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3428190"/>
              </p:ext>
            </p:extLst>
          </p:nvPr>
        </p:nvGraphicFramePr>
        <p:xfrm>
          <a:off x="310298" y="4461550"/>
          <a:ext cx="4139153" cy="2031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72283E5-3702-ABFE-4C52-41BC2B2C35F6}"/>
              </a:ext>
            </a:extLst>
          </p:cNvPr>
          <p:cNvSpPr txBox="1"/>
          <p:nvPr/>
        </p:nvSpPr>
        <p:spPr>
          <a:xfrm>
            <a:off x="3469064" y="1291449"/>
            <a:ext cx="5722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Interactive dashboard for portfolio performance analysis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B83B6-BE47-C8C1-EB62-F4B74D467A39}"/>
              </a:ext>
            </a:extLst>
          </p:cNvPr>
          <p:cNvSpPr txBox="1"/>
          <p:nvPr/>
        </p:nvSpPr>
        <p:spPr>
          <a:xfrm>
            <a:off x="9557302" y="5729809"/>
            <a:ext cx="2775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2327991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1AA45D6-F86A-ED0C-F25A-52257E507D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052702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73EEFFD-F1A1-7B89-2203-37B60901E6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1555058"/>
              </p:ext>
            </p:extLst>
          </p:nvPr>
        </p:nvGraphicFramePr>
        <p:xfrm>
          <a:off x="470731" y="1755172"/>
          <a:ext cx="4319385" cy="3474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3BD3857-8925-6004-89AE-4E832F0D2E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9232204"/>
              </p:ext>
            </p:extLst>
          </p:nvPr>
        </p:nvGraphicFramePr>
        <p:xfrm>
          <a:off x="254523" y="5294269"/>
          <a:ext cx="4893549" cy="11986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F2B5B44-49F8-50B7-BDFD-12DC076B268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32787" y="2112265"/>
            <a:ext cx="6704690" cy="42905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2EA9747-00C5-35DF-9CCA-4851F38439A4}"/>
              </a:ext>
            </a:extLst>
          </p:cNvPr>
          <p:cNvSpPr txBox="1"/>
          <p:nvPr/>
        </p:nvSpPr>
        <p:spPr>
          <a:xfrm>
            <a:off x="2630424" y="1321356"/>
            <a:ext cx="6931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 insights from portfolio analysis and dashboard visualization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903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927C72E-7B42-6C5F-EB4C-BA1CC63B9E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4848197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9AE5887-A26F-35D8-F2EF-E3CF266CBF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574446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ECBA5F8-3F81-54E7-92E8-F9AD67527470}"/>
              </a:ext>
            </a:extLst>
          </p:cNvPr>
          <p:cNvSpPr txBox="1"/>
          <p:nvPr/>
        </p:nvSpPr>
        <p:spPr>
          <a:xfrm>
            <a:off x="3785616" y="1321356"/>
            <a:ext cx="6089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Potential extensions for advanced portfolio analytics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588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605</Words>
  <Application>Microsoft Office PowerPoint</Application>
  <PresentationFormat>Widescreen</PresentationFormat>
  <Paragraphs>141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Kartikey Singh</dc:creator>
  <cp:lastModifiedBy>Kartikey Singh</cp:lastModifiedBy>
  <cp:revision>6</cp:revision>
  <dcterms:created xsi:type="dcterms:W3CDTF">2026-03-04T17:48:47Z</dcterms:created>
  <dcterms:modified xsi:type="dcterms:W3CDTF">2026-03-10T16:01:39Z</dcterms:modified>
</cp:coreProperties>
</file>