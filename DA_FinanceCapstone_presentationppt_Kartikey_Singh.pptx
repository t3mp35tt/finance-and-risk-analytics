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iagrams/_rels/data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iagrams/_rels/data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diagrams/_rels/data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iagrams/_rels/drawing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iagrams/_rels/drawing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diagrams/_rels/drawing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36DE9E-064E-4686-A62B-1E46A6A33325}" type="doc">
      <dgm:prSet loTypeId="urn:microsoft.com/office/officeart/2005/8/layout/vList2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0D1CA435-B2C1-46BB-8713-DC1F35F777F5}">
      <dgm:prSet/>
      <dgm:spPr/>
      <dgm:t>
        <a:bodyPr/>
        <a:lstStyle/>
        <a:p>
          <a:r>
            <a:rPr lang="en-US" dirty="0"/>
            <a:t>Stock Portfolio Investment Strategy (2015–2020)</a:t>
          </a:r>
          <a:endParaRPr lang="en-IN" dirty="0"/>
        </a:p>
      </dgm:t>
    </dgm:pt>
    <dgm:pt modelId="{B0300E07-D39E-4C3C-BB43-1BA02BDD6539}" type="parTrans" cxnId="{929BB382-6AA6-477D-963F-A7503D72D31B}">
      <dgm:prSet/>
      <dgm:spPr/>
      <dgm:t>
        <a:bodyPr/>
        <a:lstStyle/>
        <a:p>
          <a:endParaRPr lang="en-IN"/>
        </a:p>
      </dgm:t>
    </dgm:pt>
    <dgm:pt modelId="{C9DDBF37-99AF-4522-A3C5-58D41D8771E7}" type="sibTrans" cxnId="{929BB382-6AA6-477D-963F-A7503D72D31B}">
      <dgm:prSet/>
      <dgm:spPr/>
      <dgm:t>
        <a:bodyPr/>
        <a:lstStyle/>
        <a:p>
          <a:endParaRPr lang="en-IN"/>
        </a:p>
      </dgm:t>
    </dgm:pt>
    <dgm:pt modelId="{3744E7FB-95D1-42D5-B0FE-D617F17F7391}" type="pres">
      <dgm:prSet presAssocID="{6E36DE9E-064E-4686-A62B-1E46A6A33325}" presName="linear" presStyleCnt="0">
        <dgm:presLayoutVars>
          <dgm:animLvl val="lvl"/>
          <dgm:resizeHandles val="exact"/>
        </dgm:presLayoutVars>
      </dgm:prSet>
      <dgm:spPr/>
    </dgm:pt>
    <dgm:pt modelId="{E7EDC907-82CE-41D7-9B63-AB7B9DA1B8FA}" type="pres">
      <dgm:prSet presAssocID="{0D1CA435-B2C1-46BB-8713-DC1F35F777F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637A440-5821-45A8-9428-CF6E225B6E3C}" type="presOf" srcId="{6E36DE9E-064E-4686-A62B-1E46A6A33325}" destId="{3744E7FB-95D1-42D5-B0FE-D617F17F7391}" srcOrd="0" destOrd="0" presId="urn:microsoft.com/office/officeart/2005/8/layout/vList2"/>
    <dgm:cxn modelId="{929BB382-6AA6-477D-963F-A7503D72D31B}" srcId="{6E36DE9E-064E-4686-A62B-1E46A6A33325}" destId="{0D1CA435-B2C1-46BB-8713-DC1F35F777F5}" srcOrd="0" destOrd="0" parTransId="{B0300E07-D39E-4C3C-BB43-1BA02BDD6539}" sibTransId="{C9DDBF37-99AF-4522-A3C5-58D41D8771E7}"/>
    <dgm:cxn modelId="{142148AD-7AA5-4E76-872F-64CA1B2BA955}" type="presOf" srcId="{0D1CA435-B2C1-46BB-8713-DC1F35F777F5}" destId="{E7EDC907-82CE-41D7-9B63-AB7B9DA1B8FA}" srcOrd="0" destOrd="0" presId="urn:microsoft.com/office/officeart/2005/8/layout/vList2"/>
    <dgm:cxn modelId="{F69A8349-2E2E-465A-B427-54D0191F24F6}" type="presParOf" srcId="{3744E7FB-95D1-42D5-B0FE-D617F17F7391}" destId="{E7EDC907-82CE-41D7-9B63-AB7B9DA1B8F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E8E8FF-A9CF-4570-830D-10558CE35FB9}" type="doc">
      <dgm:prSet loTypeId="urn:microsoft.com/office/officeart/2005/8/layout/gear1" loCatId="cycle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IN"/>
        </a:p>
      </dgm:t>
    </dgm:pt>
    <dgm:pt modelId="{CD91D4C9-FD6A-415D-BE71-74745D70881F}">
      <dgm:prSet/>
      <dgm:spPr/>
      <dgm:t>
        <a:bodyPr/>
        <a:lstStyle/>
        <a:p>
          <a:r>
            <a:rPr lang="en-IN" dirty="0"/>
            <a:t>Data-Driven Portfolio Recommendations</a:t>
          </a:r>
        </a:p>
      </dgm:t>
    </dgm:pt>
    <dgm:pt modelId="{3A754EAB-D9D5-464A-9DD5-FDF2F49E4668}" type="parTrans" cxnId="{DF11C532-7AFF-4D05-8BED-96D7825F58A5}">
      <dgm:prSet/>
      <dgm:spPr/>
      <dgm:t>
        <a:bodyPr/>
        <a:lstStyle/>
        <a:p>
          <a:endParaRPr lang="en-IN"/>
        </a:p>
      </dgm:t>
    </dgm:pt>
    <dgm:pt modelId="{0A428A5A-16B4-45A1-91E8-446EB65E666F}" type="sibTrans" cxnId="{DF11C532-7AFF-4D05-8BED-96D7825F58A5}">
      <dgm:prSet/>
      <dgm:spPr/>
      <dgm:t>
        <a:bodyPr/>
        <a:lstStyle/>
        <a:p>
          <a:endParaRPr lang="en-IN"/>
        </a:p>
      </dgm:t>
    </dgm:pt>
    <dgm:pt modelId="{0CD42B8F-26C6-4635-B8B6-C6CE0BDA1148}" type="pres">
      <dgm:prSet presAssocID="{FBE8E8FF-A9CF-4570-830D-10558CE35FB9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6E58B286-B0EF-40BE-8C36-E3C924962C66}" type="pres">
      <dgm:prSet presAssocID="{CD91D4C9-FD6A-415D-BE71-74745D70881F}" presName="gear1" presStyleLbl="node1" presStyleIdx="0" presStyleCnt="1" custLinFactNeighborX="-87235" custLinFactNeighborY="7682">
        <dgm:presLayoutVars>
          <dgm:chMax val="1"/>
          <dgm:bulletEnabled val="1"/>
        </dgm:presLayoutVars>
      </dgm:prSet>
      <dgm:spPr/>
    </dgm:pt>
    <dgm:pt modelId="{7CF29FCF-AB94-44BE-BC13-FE8146718EDB}" type="pres">
      <dgm:prSet presAssocID="{CD91D4C9-FD6A-415D-BE71-74745D70881F}" presName="gear1srcNode" presStyleLbl="node1" presStyleIdx="0" presStyleCnt="1"/>
      <dgm:spPr/>
    </dgm:pt>
    <dgm:pt modelId="{567BE4A9-766F-4361-8D3E-2C3A0B6A06E7}" type="pres">
      <dgm:prSet presAssocID="{CD91D4C9-FD6A-415D-BE71-74745D70881F}" presName="gear1dstNode" presStyleLbl="node1" presStyleIdx="0" presStyleCnt="1"/>
      <dgm:spPr/>
    </dgm:pt>
    <dgm:pt modelId="{F178A39D-679F-4405-ADD7-F21FB3360A93}" type="pres">
      <dgm:prSet presAssocID="{0A428A5A-16B4-45A1-91E8-446EB65E666F}" presName="connector1" presStyleLbl="sibTrans2D1" presStyleIdx="0" presStyleCnt="1" custLinFactNeighborX="-72799" custLinFactNeighborY="5254"/>
      <dgm:spPr/>
    </dgm:pt>
  </dgm:ptLst>
  <dgm:cxnLst>
    <dgm:cxn modelId="{4D801F01-3745-431C-8AA7-21F4B8C52D3D}" type="presOf" srcId="{0A428A5A-16B4-45A1-91E8-446EB65E666F}" destId="{F178A39D-679F-4405-ADD7-F21FB3360A93}" srcOrd="0" destOrd="0" presId="urn:microsoft.com/office/officeart/2005/8/layout/gear1"/>
    <dgm:cxn modelId="{F9ADFD06-DDFF-47CE-BD04-4BA8D3533A60}" type="presOf" srcId="{FBE8E8FF-A9CF-4570-830D-10558CE35FB9}" destId="{0CD42B8F-26C6-4635-B8B6-C6CE0BDA1148}" srcOrd="0" destOrd="0" presId="urn:microsoft.com/office/officeart/2005/8/layout/gear1"/>
    <dgm:cxn modelId="{DC9A2814-0749-4DDD-A6DB-0234D135F370}" type="presOf" srcId="{CD91D4C9-FD6A-415D-BE71-74745D70881F}" destId="{7CF29FCF-AB94-44BE-BC13-FE8146718EDB}" srcOrd="1" destOrd="0" presId="urn:microsoft.com/office/officeart/2005/8/layout/gear1"/>
    <dgm:cxn modelId="{DF11C532-7AFF-4D05-8BED-96D7825F58A5}" srcId="{FBE8E8FF-A9CF-4570-830D-10558CE35FB9}" destId="{CD91D4C9-FD6A-415D-BE71-74745D70881F}" srcOrd="0" destOrd="0" parTransId="{3A754EAB-D9D5-464A-9DD5-FDF2F49E4668}" sibTransId="{0A428A5A-16B4-45A1-91E8-446EB65E666F}"/>
    <dgm:cxn modelId="{2C55147D-B81F-432D-A138-10D9D02079B2}" type="presOf" srcId="{CD91D4C9-FD6A-415D-BE71-74745D70881F}" destId="{6E58B286-B0EF-40BE-8C36-E3C924962C66}" srcOrd="0" destOrd="0" presId="urn:microsoft.com/office/officeart/2005/8/layout/gear1"/>
    <dgm:cxn modelId="{EF388895-55F5-4E99-ABC2-1E9D39920081}" type="presOf" srcId="{CD91D4C9-FD6A-415D-BE71-74745D70881F}" destId="{567BE4A9-766F-4361-8D3E-2C3A0B6A06E7}" srcOrd="2" destOrd="0" presId="urn:microsoft.com/office/officeart/2005/8/layout/gear1"/>
    <dgm:cxn modelId="{86E6C948-814D-4AFF-8DFE-6464FEEFD075}" type="presParOf" srcId="{0CD42B8F-26C6-4635-B8B6-C6CE0BDA1148}" destId="{6E58B286-B0EF-40BE-8C36-E3C924962C66}" srcOrd="0" destOrd="0" presId="urn:microsoft.com/office/officeart/2005/8/layout/gear1"/>
    <dgm:cxn modelId="{A52725B8-2021-4CEF-BD73-F30AB5D9FD34}" type="presParOf" srcId="{0CD42B8F-26C6-4635-B8B6-C6CE0BDA1148}" destId="{7CF29FCF-AB94-44BE-BC13-FE8146718EDB}" srcOrd="1" destOrd="0" presId="urn:microsoft.com/office/officeart/2005/8/layout/gear1"/>
    <dgm:cxn modelId="{816A285D-005D-4525-8A7C-E3395CDEABAF}" type="presParOf" srcId="{0CD42B8F-26C6-4635-B8B6-C6CE0BDA1148}" destId="{567BE4A9-766F-4361-8D3E-2C3A0B6A06E7}" srcOrd="2" destOrd="0" presId="urn:microsoft.com/office/officeart/2005/8/layout/gear1"/>
    <dgm:cxn modelId="{2BC8FB80-5928-4DA8-8F0C-BB390052BD56}" type="presParOf" srcId="{0CD42B8F-26C6-4635-B8B6-C6CE0BDA1148}" destId="{F178A39D-679F-4405-ADD7-F21FB3360A93}" srcOrd="3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627806-B0E1-4CB5-8486-F38CA88741CE}" type="doc">
      <dgm:prSet loTypeId="urn:microsoft.com/office/officeart/2005/8/layout/target2" loCatId="relationship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29F5FD77-C2BB-4B5F-97A9-603E1D726A3D}">
      <dgm:prSet custT="1"/>
      <dgm:spPr/>
      <dgm:t>
        <a:bodyPr/>
        <a:lstStyle/>
        <a:p>
          <a:r>
            <a:rPr lang="en-US" sz="3600" b="1" dirty="0"/>
            <a:t>Kartikey Singh</a:t>
          </a:r>
          <a:endParaRPr lang="en-IN" sz="3600" b="1" dirty="0"/>
        </a:p>
      </dgm:t>
    </dgm:pt>
    <dgm:pt modelId="{8F5D8998-E01A-4247-9837-C9F31BEEE9DB}" type="parTrans" cxnId="{3DAA35FD-23E1-46BA-BF8D-1014D919D41C}">
      <dgm:prSet/>
      <dgm:spPr/>
      <dgm:t>
        <a:bodyPr/>
        <a:lstStyle/>
        <a:p>
          <a:endParaRPr lang="en-IN"/>
        </a:p>
      </dgm:t>
    </dgm:pt>
    <dgm:pt modelId="{626A0FF5-FAE1-48C1-83DB-ED83FE398BE2}" type="sibTrans" cxnId="{3DAA35FD-23E1-46BA-BF8D-1014D919D41C}">
      <dgm:prSet/>
      <dgm:spPr/>
      <dgm:t>
        <a:bodyPr/>
        <a:lstStyle/>
        <a:p>
          <a:endParaRPr lang="en-IN"/>
        </a:p>
      </dgm:t>
    </dgm:pt>
    <dgm:pt modelId="{1D79D252-4134-4E23-B47C-C342DD65E38C}">
      <dgm:prSet/>
      <dgm:spPr/>
      <dgm:t>
        <a:bodyPr/>
        <a:lstStyle/>
        <a:p>
          <a:r>
            <a:rPr lang="en-IN" b="1"/>
            <a:t>upGrad &amp; IIITB | Data Science Program (Feb 2025)</a:t>
          </a:r>
          <a:endParaRPr lang="en-IN" dirty="0"/>
        </a:p>
      </dgm:t>
    </dgm:pt>
    <dgm:pt modelId="{4652B1F8-7826-4BB6-9CFF-E3E0A98A682E}" type="parTrans" cxnId="{89268530-2D4A-4EF8-8291-1C3F0F90C37C}">
      <dgm:prSet/>
      <dgm:spPr/>
      <dgm:t>
        <a:bodyPr/>
        <a:lstStyle/>
        <a:p>
          <a:endParaRPr lang="en-IN"/>
        </a:p>
      </dgm:t>
    </dgm:pt>
    <dgm:pt modelId="{696704C0-E3C7-43EB-B50C-42CBAC2F4761}" type="sibTrans" cxnId="{89268530-2D4A-4EF8-8291-1C3F0F90C37C}">
      <dgm:prSet/>
      <dgm:spPr/>
      <dgm:t>
        <a:bodyPr/>
        <a:lstStyle/>
        <a:p>
          <a:endParaRPr lang="en-IN"/>
        </a:p>
      </dgm:t>
    </dgm:pt>
    <dgm:pt modelId="{55157F11-9DB6-4A34-AC50-217341939BDC}">
      <dgm:prSet/>
      <dgm:spPr/>
      <dgm:t>
        <a:bodyPr/>
        <a:lstStyle/>
        <a:p>
          <a:r>
            <a:rPr lang="en-IN" b="1" dirty="0"/>
            <a:t>10/03/2026</a:t>
          </a:r>
          <a:endParaRPr lang="en-IN" dirty="0"/>
        </a:p>
      </dgm:t>
    </dgm:pt>
    <dgm:pt modelId="{6E2D3F35-D6AB-4B9E-967F-B59870F54B30}" type="parTrans" cxnId="{E3E29385-2B37-481D-9492-B14B83703A0A}">
      <dgm:prSet/>
      <dgm:spPr/>
      <dgm:t>
        <a:bodyPr/>
        <a:lstStyle/>
        <a:p>
          <a:endParaRPr lang="en-IN"/>
        </a:p>
      </dgm:t>
    </dgm:pt>
    <dgm:pt modelId="{B3CBB27C-1065-42C6-83E3-6D0F55530C5F}" type="sibTrans" cxnId="{E3E29385-2B37-481D-9492-B14B83703A0A}">
      <dgm:prSet/>
      <dgm:spPr/>
      <dgm:t>
        <a:bodyPr/>
        <a:lstStyle/>
        <a:p>
          <a:endParaRPr lang="en-IN"/>
        </a:p>
      </dgm:t>
    </dgm:pt>
    <dgm:pt modelId="{7BD68759-117F-4AE2-9002-CBDDA9D1F5CE}" type="pres">
      <dgm:prSet presAssocID="{C3627806-B0E1-4CB5-8486-F38CA88741CE}" presName="Name0" presStyleCnt="0">
        <dgm:presLayoutVars>
          <dgm:chMax val="3"/>
          <dgm:chPref val="1"/>
          <dgm:dir/>
          <dgm:animLvl val="lvl"/>
          <dgm:resizeHandles/>
        </dgm:presLayoutVars>
      </dgm:prSet>
      <dgm:spPr/>
    </dgm:pt>
    <dgm:pt modelId="{42539128-F6AB-4B29-BD12-2A1AF993DE19}" type="pres">
      <dgm:prSet presAssocID="{C3627806-B0E1-4CB5-8486-F38CA88741CE}" presName="outerBox" presStyleCnt="0"/>
      <dgm:spPr/>
    </dgm:pt>
    <dgm:pt modelId="{569E19AE-42D5-45DD-850F-3B6CD7728106}" type="pres">
      <dgm:prSet presAssocID="{C3627806-B0E1-4CB5-8486-F38CA88741CE}" presName="outerBoxParent" presStyleLbl="node1" presStyleIdx="0" presStyleCnt="3"/>
      <dgm:spPr/>
    </dgm:pt>
    <dgm:pt modelId="{81846C1C-686A-43C8-BF6D-BD74944AD9CC}" type="pres">
      <dgm:prSet presAssocID="{C3627806-B0E1-4CB5-8486-F38CA88741CE}" presName="outerBoxChildren" presStyleCnt="0"/>
      <dgm:spPr/>
    </dgm:pt>
    <dgm:pt modelId="{49D2226A-310F-46D4-A6CD-CAD1FDC4D579}" type="pres">
      <dgm:prSet presAssocID="{C3627806-B0E1-4CB5-8486-F38CA88741CE}" presName="middleBox" presStyleCnt="0"/>
      <dgm:spPr/>
    </dgm:pt>
    <dgm:pt modelId="{B813B29F-B2E5-4C31-9FA8-DF0DA1EF6AAC}" type="pres">
      <dgm:prSet presAssocID="{C3627806-B0E1-4CB5-8486-F38CA88741CE}" presName="middleBoxParent" presStyleLbl="node1" presStyleIdx="1" presStyleCnt="3"/>
      <dgm:spPr/>
    </dgm:pt>
    <dgm:pt modelId="{30DDC791-B99E-48A5-8117-28E20C6D88FE}" type="pres">
      <dgm:prSet presAssocID="{C3627806-B0E1-4CB5-8486-F38CA88741CE}" presName="middleBoxChildren" presStyleCnt="0"/>
      <dgm:spPr/>
    </dgm:pt>
    <dgm:pt modelId="{D44557EC-ACC5-4605-ACFF-6ADCBDEC6C2B}" type="pres">
      <dgm:prSet presAssocID="{C3627806-B0E1-4CB5-8486-F38CA88741CE}" presName="centerBox" presStyleCnt="0"/>
      <dgm:spPr/>
    </dgm:pt>
    <dgm:pt modelId="{3C4D9EE8-B23E-4D24-AC94-CA2F34492B3F}" type="pres">
      <dgm:prSet presAssocID="{C3627806-B0E1-4CB5-8486-F38CA88741CE}" presName="centerBoxParent" presStyleLbl="node1" presStyleIdx="2" presStyleCnt="3"/>
      <dgm:spPr/>
    </dgm:pt>
  </dgm:ptLst>
  <dgm:cxnLst>
    <dgm:cxn modelId="{89268530-2D4A-4EF8-8291-1C3F0F90C37C}" srcId="{C3627806-B0E1-4CB5-8486-F38CA88741CE}" destId="{1D79D252-4134-4E23-B47C-C342DD65E38C}" srcOrd="1" destOrd="0" parTransId="{4652B1F8-7826-4BB6-9CFF-E3E0A98A682E}" sibTransId="{696704C0-E3C7-43EB-B50C-42CBAC2F4761}"/>
    <dgm:cxn modelId="{0C826B65-C865-45BB-8110-9F50A9960A9A}" type="presOf" srcId="{C3627806-B0E1-4CB5-8486-F38CA88741CE}" destId="{7BD68759-117F-4AE2-9002-CBDDA9D1F5CE}" srcOrd="0" destOrd="0" presId="urn:microsoft.com/office/officeart/2005/8/layout/target2"/>
    <dgm:cxn modelId="{E3E29385-2B37-481D-9492-B14B83703A0A}" srcId="{C3627806-B0E1-4CB5-8486-F38CA88741CE}" destId="{55157F11-9DB6-4A34-AC50-217341939BDC}" srcOrd="2" destOrd="0" parTransId="{6E2D3F35-D6AB-4B9E-967F-B59870F54B30}" sibTransId="{B3CBB27C-1065-42C6-83E3-6D0F55530C5F}"/>
    <dgm:cxn modelId="{5C1B3B92-58C7-427B-AD07-71A0EC12739E}" type="presOf" srcId="{1D79D252-4134-4E23-B47C-C342DD65E38C}" destId="{B813B29F-B2E5-4C31-9FA8-DF0DA1EF6AAC}" srcOrd="0" destOrd="0" presId="urn:microsoft.com/office/officeart/2005/8/layout/target2"/>
    <dgm:cxn modelId="{C417E2A3-1EBE-47D4-B590-561CD70F5F8B}" type="presOf" srcId="{55157F11-9DB6-4A34-AC50-217341939BDC}" destId="{3C4D9EE8-B23E-4D24-AC94-CA2F34492B3F}" srcOrd="0" destOrd="0" presId="urn:microsoft.com/office/officeart/2005/8/layout/target2"/>
    <dgm:cxn modelId="{67D581CE-3226-4BD8-8A2A-38F78F5FE211}" type="presOf" srcId="{29F5FD77-C2BB-4B5F-97A9-603E1D726A3D}" destId="{569E19AE-42D5-45DD-850F-3B6CD7728106}" srcOrd="0" destOrd="0" presId="urn:microsoft.com/office/officeart/2005/8/layout/target2"/>
    <dgm:cxn modelId="{3DAA35FD-23E1-46BA-BF8D-1014D919D41C}" srcId="{C3627806-B0E1-4CB5-8486-F38CA88741CE}" destId="{29F5FD77-C2BB-4B5F-97A9-603E1D726A3D}" srcOrd="0" destOrd="0" parTransId="{8F5D8998-E01A-4247-9837-C9F31BEEE9DB}" sibTransId="{626A0FF5-FAE1-48C1-83DB-ED83FE398BE2}"/>
    <dgm:cxn modelId="{A4E943C2-F0F7-4860-8CD9-5C73A181484F}" type="presParOf" srcId="{7BD68759-117F-4AE2-9002-CBDDA9D1F5CE}" destId="{42539128-F6AB-4B29-BD12-2A1AF993DE19}" srcOrd="0" destOrd="0" presId="urn:microsoft.com/office/officeart/2005/8/layout/target2"/>
    <dgm:cxn modelId="{3256DFD3-BF2D-4EF1-9E5D-016BDA155E1B}" type="presParOf" srcId="{42539128-F6AB-4B29-BD12-2A1AF993DE19}" destId="{569E19AE-42D5-45DD-850F-3B6CD7728106}" srcOrd="0" destOrd="0" presId="urn:microsoft.com/office/officeart/2005/8/layout/target2"/>
    <dgm:cxn modelId="{8BBAB5E1-44AB-4B75-BEBE-6C59C7B8C7AE}" type="presParOf" srcId="{42539128-F6AB-4B29-BD12-2A1AF993DE19}" destId="{81846C1C-686A-43C8-BF6D-BD74944AD9CC}" srcOrd="1" destOrd="0" presId="urn:microsoft.com/office/officeart/2005/8/layout/target2"/>
    <dgm:cxn modelId="{3509D6DB-BEBA-4FCD-80A2-E1AB324D0F61}" type="presParOf" srcId="{7BD68759-117F-4AE2-9002-CBDDA9D1F5CE}" destId="{49D2226A-310F-46D4-A6CD-CAD1FDC4D579}" srcOrd="1" destOrd="0" presId="urn:microsoft.com/office/officeart/2005/8/layout/target2"/>
    <dgm:cxn modelId="{0C2FA5BA-D908-44D2-9F98-D4755D4241B0}" type="presParOf" srcId="{49D2226A-310F-46D4-A6CD-CAD1FDC4D579}" destId="{B813B29F-B2E5-4C31-9FA8-DF0DA1EF6AAC}" srcOrd="0" destOrd="0" presId="urn:microsoft.com/office/officeart/2005/8/layout/target2"/>
    <dgm:cxn modelId="{95BC23E6-11F7-41E6-BC3F-867455D44752}" type="presParOf" srcId="{49D2226A-310F-46D4-A6CD-CAD1FDC4D579}" destId="{30DDC791-B99E-48A5-8117-28E20C6D88FE}" srcOrd="1" destOrd="0" presId="urn:microsoft.com/office/officeart/2005/8/layout/target2"/>
    <dgm:cxn modelId="{2061D9C2-8E7B-4526-9BE5-F7D5AB2E5BBE}" type="presParOf" srcId="{7BD68759-117F-4AE2-9002-CBDDA9D1F5CE}" destId="{D44557EC-ACC5-4605-ACFF-6ADCBDEC6C2B}" srcOrd="2" destOrd="0" presId="urn:microsoft.com/office/officeart/2005/8/layout/target2"/>
    <dgm:cxn modelId="{44D19A1A-A5EF-4709-9E52-61178BC1BF66}" type="presParOf" srcId="{D44557EC-ACC5-4605-ACFF-6ADCBDEC6C2B}" destId="{3C4D9EE8-B23E-4D24-AC94-CA2F34492B3F}" srcOrd="0" destOrd="0" presId="urn:microsoft.com/office/officeart/2005/8/layout/targe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CBF3B1-14C3-45F9-9D5A-63995146D8AD}" type="doc">
      <dgm:prSet loTypeId="urn:microsoft.com/office/officeart/2005/8/layout/target3" loCatId="relationship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1E10A56B-CDC2-4F41-A418-E53C71561958}">
      <dgm:prSet/>
      <dgm:spPr>
        <a:solidFill>
          <a:schemeClr val="accent1">
            <a:lumMod val="75000"/>
            <a:alpha val="9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en-IN" dirty="0">
              <a:solidFill>
                <a:schemeClr val="bg1"/>
              </a:solidFill>
            </a:rPr>
            <a:t>Investment Goal</a:t>
          </a:r>
        </a:p>
      </dgm:t>
    </dgm:pt>
    <dgm:pt modelId="{1788B8E8-80FB-428E-A17E-812213EB50D6}" type="parTrans" cxnId="{B03E6998-62B9-4F3F-B464-1029C20F30AE}">
      <dgm:prSet/>
      <dgm:spPr/>
      <dgm:t>
        <a:bodyPr/>
        <a:lstStyle/>
        <a:p>
          <a:endParaRPr lang="en-IN"/>
        </a:p>
      </dgm:t>
    </dgm:pt>
    <dgm:pt modelId="{EFF75C7C-74CC-467B-8518-B32A221A452F}" type="sibTrans" cxnId="{B03E6998-62B9-4F3F-B464-1029C20F30AE}">
      <dgm:prSet/>
      <dgm:spPr/>
      <dgm:t>
        <a:bodyPr/>
        <a:lstStyle/>
        <a:p>
          <a:endParaRPr lang="en-IN"/>
        </a:p>
      </dgm:t>
    </dgm:pt>
    <dgm:pt modelId="{E2B8CBE3-8524-4C09-B2CE-AD4535C7BFF2}" type="pres">
      <dgm:prSet presAssocID="{AFCBF3B1-14C3-45F9-9D5A-63995146D8AD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4CB27FB-99D7-46DB-AE23-7D0A9F96C7A8}" type="pres">
      <dgm:prSet presAssocID="{1E10A56B-CDC2-4F41-A418-E53C71561958}" presName="circle1" presStyleLbl="node1" presStyleIdx="0" presStyleCnt="1"/>
      <dgm:spPr/>
    </dgm:pt>
    <dgm:pt modelId="{6879BF35-AF82-44B0-88D8-7D449B1800FB}" type="pres">
      <dgm:prSet presAssocID="{1E10A56B-CDC2-4F41-A418-E53C71561958}" presName="space" presStyleCnt="0"/>
      <dgm:spPr/>
    </dgm:pt>
    <dgm:pt modelId="{3C31CB2C-09A5-42EB-818E-48C14AC1BA68}" type="pres">
      <dgm:prSet presAssocID="{1E10A56B-CDC2-4F41-A418-E53C71561958}" presName="rect1" presStyleLbl="alignAcc1" presStyleIdx="0" presStyleCnt="1"/>
      <dgm:spPr/>
    </dgm:pt>
    <dgm:pt modelId="{A4F7EE8F-A5DC-4EF2-8A24-9EA62BAE5E35}" type="pres">
      <dgm:prSet presAssocID="{1E10A56B-CDC2-4F41-A418-E53C71561958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304F3100-7B73-460E-902A-3388BC621AE6}" type="presOf" srcId="{1E10A56B-CDC2-4F41-A418-E53C71561958}" destId="{3C31CB2C-09A5-42EB-818E-48C14AC1BA68}" srcOrd="0" destOrd="0" presId="urn:microsoft.com/office/officeart/2005/8/layout/target3"/>
    <dgm:cxn modelId="{F31A635D-FD95-41E3-B7A5-1654A339DDF0}" type="presOf" srcId="{1E10A56B-CDC2-4F41-A418-E53C71561958}" destId="{A4F7EE8F-A5DC-4EF2-8A24-9EA62BAE5E35}" srcOrd="1" destOrd="0" presId="urn:microsoft.com/office/officeart/2005/8/layout/target3"/>
    <dgm:cxn modelId="{B03E6998-62B9-4F3F-B464-1029C20F30AE}" srcId="{AFCBF3B1-14C3-45F9-9D5A-63995146D8AD}" destId="{1E10A56B-CDC2-4F41-A418-E53C71561958}" srcOrd="0" destOrd="0" parTransId="{1788B8E8-80FB-428E-A17E-812213EB50D6}" sibTransId="{EFF75C7C-74CC-467B-8518-B32A221A452F}"/>
    <dgm:cxn modelId="{19A059E1-6663-4C59-815A-6A3D6CB4E369}" type="presOf" srcId="{AFCBF3B1-14C3-45F9-9D5A-63995146D8AD}" destId="{E2B8CBE3-8524-4C09-B2CE-AD4535C7BFF2}" srcOrd="0" destOrd="0" presId="urn:microsoft.com/office/officeart/2005/8/layout/target3"/>
    <dgm:cxn modelId="{B846E291-2E64-49E9-9918-DC89E66B10ED}" type="presParOf" srcId="{E2B8CBE3-8524-4C09-B2CE-AD4535C7BFF2}" destId="{84CB27FB-99D7-46DB-AE23-7D0A9F96C7A8}" srcOrd="0" destOrd="0" presId="urn:microsoft.com/office/officeart/2005/8/layout/target3"/>
    <dgm:cxn modelId="{800F0D39-CD7E-4DB5-A3A7-CA203DAB18FF}" type="presParOf" srcId="{E2B8CBE3-8524-4C09-B2CE-AD4535C7BFF2}" destId="{6879BF35-AF82-44B0-88D8-7D449B1800FB}" srcOrd="1" destOrd="0" presId="urn:microsoft.com/office/officeart/2005/8/layout/target3"/>
    <dgm:cxn modelId="{420050C2-9857-449E-BAA0-59A59C05029D}" type="presParOf" srcId="{E2B8CBE3-8524-4C09-B2CE-AD4535C7BFF2}" destId="{3C31CB2C-09A5-42EB-818E-48C14AC1BA68}" srcOrd="2" destOrd="0" presId="urn:microsoft.com/office/officeart/2005/8/layout/target3"/>
    <dgm:cxn modelId="{D9F3992A-22CB-46D6-8C5B-D24AF33382C6}" type="presParOf" srcId="{E2B8CBE3-8524-4C09-B2CE-AD4535C7BFF2}" destId="{A4F7EE8F-A5DC-4EF2-8A24-9EA62BAE5E35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C1C839-DD22-414D-9800-6EEC7E20B86F}" type="doc">
      <dgm:prSet loTypeId="urn:microsoft.com/office/officeart/2005/8/layout/hList7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C7771790-A62A-4712-834F-428DC18C9F2B}">
      <dgm:prSet/>
      <dgm:spPr/>
      <dgm:t>
        <a:bodyPr/>
        <a:lstStyle/>
        <a:p>
          <a:r>
            <a:rPr lang="en-IN" dirty="0"/>
            <a:t>Analyze stock market performance</a:t>
          </a:r>
        </a:p>
      </dgm:t>
    </dgm:pt>
    <dgm:pt modelId="{D9B913DF-E5D2-4000-A1EB-B62D60B6FCBD}" type="parTrans" cxnId="{DBBEB705-D7E4-4BA4-B86F-914E69F89C80}">
      <dgm:prSet/>
      <dgm:spPr/>
      <dgm:t>
        <a:bodyPr/>
        <a:lstStyle/>
        <a:p>
          <a:endParaRPr lang="en-IN"/>
        </a:p>
      </dgm:t>
    </dgm:pt>
    <dgm:pt modelId="{478C8D7F-2754-4363-BE32-938EB4873D98}" type="sibTrans" cxnId="{DBBEB705-D7E4-4BA4-B86F-914E69F89C80}">
      <dgm:prSet/>
      <dgm:spPr/>
      <dgm:t>
        <a:bodyPr/>
        <a:lstStyle/>
        <a:p>
          <a:endParaRPr lang="en-IN"/>
        </a:p>
      </dgm:t>
    </dgm:pt>
    <dgm:pt modelId="{CD2CBD46-BF43-4656-90CE-5C08B7EB9AAD}">
      <dgm:prSet/>
      <dgm:spPr/>
      <dgm:t>
        <a:bodyPr/>
        <a:lstStyle/>
        <a:p>
          <a:r>
            <a:rPr lang="en-IN" dirty="0"/>
            <a:t>Identify top-performing sectors</a:t>
          </a:r>
        </a:p>
      </dgm:t>
    </dgm:pt>
    <dgm:pt modelId="{FC0D1C4C-067E-4F6F-9562-2FE0E2F6A3E3}" type="parTrans" cxnId="{18991F9B-43D2-424C-A757-31E78AB98A73}">
      <dgm:prSet/>
      <dgm:spPr/>
      <dgm:t>
        <a:bodyPr/>
        <a:lstStyle/>
        <a:p>
          <a:endParaRPr lang="en-IN"/>
        </a:p>
      </dgm:t>
    </dgm:pt>
    <dgm:pt modelId="{69802916-A45C-40F5-96B3-F1A6783EF96C}" type="sibTrans" cxnId="{18991F9B-43D2-424C-A757-31E78AB98A73}">
      <dgm:prSet/>
      <dgm:spPr/>
      <dgm:t>
        <a:bodyPr/>
        <a:lstStyle/>
        <a:p>
          <a:endParaRPr lang="en-IN"/>
        </a:p>
      </dgm:t>
    </dgm:pt>
    <dgm:pt modelId="{749A7D42-9781-45BD-9DFB-42015E07DBC0}">
      <dgm:prSet/>
      <dgm:spPr/>
      <dgm:t>
        <a:bodyPr/>
        <a:lstStyle/>
        <a:p>
          <a:r>
            <a:rPr lang="en-US" dirty="0"/>
            <a:t>Build portfolios for two investors</a:t>
          </a:r>
          <a:endParaRPr lang="en-IN" dirty="0"/>
        </a:p>
      </dgm:t>
    </dgm:pt>
    <dgm:pt modelId="{F596FFC6-18F8-47A8-86E3-0D1512D917D8}" type="parTrans" cxnId="{7625773F-7FD0-4C78-A4A1-5310EEA26F81}">
      <dgm:prSet/>
      <dgm:spPr/>
      <dgm:t>
        <a:bodyPr/>
        <a:lstStyle/>
        <a:p>
          <a:endParaRPr lang="en-IN"/>
        </a:p>
      </dgm:t>
    </dgm:pt>
    <dgm:pt modelId="{74FD20F0-E19A-4948-8FE1-FCAD6B062FAC}" type="sibTrans" cxnId="{7625773F-7FD0-4C78-A4A1-5310EEA26F81}">
      <dgm:prSet/>
      <dgm:spPr/>
      <dgm:t>
        <a:bodyPr/>
        <a:lstStyle/>
        <a:p>
          <a:endParaRPr lang="en-IN"/>
        </a:p>
      </dgm:t>
    </dgm:pt>
    <dgm:pt modelId="{3B400CBF-D02A-43EF-9686-0D9AE0E99711}">
      <dgm:prSet/>
      <dgm:spPr/>
      <dgm:t>
        <a:bodyPr/>
        <a:lstStyle/>
        <a:p>
          <a:r>
            <a:rPr lang="en-IN" dirty="0"/>
            <a:t>Optimize risk vs return</a:t>
          </a:r>
        </a:p>
      </dgm:t>
    </dgm:pt>
    <dgm:pt modelId="{60FFEF2F-3FF2-4CC7-A2E9-DEA96404C8BA}" type="parTrans" cxnId="{9042DB0D-D3C7-42F5-9188-1C15DB691710}">
      <dgm:prSet/>
      <dgm:spPr/>
      <dgm:t>
        <a:bodyPr/>
        <a:lstStyle/>
        <a:p>
          <a:endParaRPr lang="en-IN"/>
        </a:p>
      </dgm:t>
    </dgm:pt>
    <dgm:pt modelId="{40C87F26-1A29-44AA-92B7-3EE5F7AC9407}" type="sibTrans" cxnId="{9042DB0D-D3C7-42F5-9188-1C15DB691710}">
      <dgm:prSet/>
      <dgm:spPr/>
      <dgm:t>
        <a:bodyPr/>
        <a:lstStyle/>
        <a:p>
          <a:endParaRPr lang="en-IN"/>
        </a:p>
      </dgm:t>
    </dgm:pt>
    <dgm:pt modelId="{2FE8B2C6-DA94-495C-9829-6EB7D7D24D65}" type="pres">
      <dgm:prSet presAssocID="{1DC1C839-DD22-414D-9800-6EEC7E20B86F}" presName="Name0" presStyleCnt="0">
        <dgm:presLayoutVars>
          <dgm:dir/>
          <dgm:resizeHandles val="exact"/>
        </dgm:presLayoutVars>
      </dgm:prSet>
      <dgm:spPr/>
    </dgm:pt>
    <dgm:pt modelId="{899B6958-9A9D-4882-9159-D2802B134A61}" type="pres">
      <dgm:prSet presAssocID="{1DC1C839-DD22-414D-9800-6EEC7E20B86F}" presName="fgShape" presStyleLbl="fgShp" presStyleIdx="0" presStyleCnt="1"/>
      <dgm:spPr/>
    </dgm:pt>
    <dgm:pt modelId="{693817AC-179C-4925-903B-ED669F20BD60}" type="pres">
      <dgm:prSet presAssocID="{1DC1C839-DD22-414D-9800-6EEC7E20B86F}" presName="linComp" presStyleCnt="0"/>
      <dgm:spPr/>
    </dgm:pt>
    <dgm:pt modelId="{68070233-A4D5-440F-B83B-C83E6A3B6BA8}" type="pres">
      <dgm:prSet presAssocID="{C7771790-A62A-4712-834F-428DC18C9F2B}" presName="compNode" presStyleCnt="0"/>
      <dgm:spPr/>
    </dgm:pt>
    <dgm:pt modelId="{173DFD13-1CF3-41C5-B714-F70999A03B93}" type="pres">
      <dgm:prSet presAssocID="{C7771790-A62A-4712-834F-428DC18C9F2B}" presName="bkgdShape" presStyleLbl="node1" presStyleIdx="0" presStyleCnt="4"/>
      <dgm:spPr/>
    </dgm:pt>
    <dgm:pt modelId="{AAD7490F-BAAB-4A83-B8CC-F1D52632F864}" type="pres">
      <dgm:prSet presAssocID="{C7771790-A62A-4712-834F-428DC18C9F2B}" presName="nodeTx" presStyleLbl="node1" presStyleIdx="0" presStyleCnt="4">
        <dgm:presLayoutVars>
          <dgm:bulletEnabled val="1"/>
        </dgm:presLayoutVars>
      </dgm:prSet>
      <dgm:spPr/>
    </dgm:pt>
    <dgm:pt modelId="{A1C22F51-484F-4A32-B572-909D7BC25715}" type="pres">
      <dgm:prSet presAssocID="{C7771790-A62A-4712-834F-428DC18C9F2B}" presName="invisiNode" presStyleLbl="node1" presStyleIdx="0" presStyleCnt="4"/>
      <dgm:spPr/>
    </dgm:pt>
    <dgm:pt modelId="{911A9049-3E69-4DD4-92D2-71775E0BB549}" type="pres">
      <dgm:prSet presAssocID="{C7771790-A62A-4712-834F-428DC18C9F2B}" presName="imagNode" presStyleLbl="fgImgPlac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 with solid fill"/>
        </a:ext>
      </dgm:extLst>
    </dgm:pt>
    <dgm:pt modelId="{6321F37E-C8FB-4020-AB4F-8BB298AEBB0D}" type="pres">
      <dgm:prSet presAssocID="{478C8D7F-2754-4363-BE32-938EB4873D98}" presName="sibTrans" presStyleLbl="sibTrans2D1" presStyleIdx="0" presStyleCnt="0"/>
      <dgm:spPr/>
    </dgm:pt>
    <dgm:pt modelId="{1DE6A962-00CE-4FE2-BEEA-29A98A7C301C}" type="pres">
      <dgm:prSet presAssocID="{CD2CBD46-BF43-4656-90CE-5C08B7EB9AAD}" presName="compNode" presStyleCnt="0"/>
      <dgm:spPr/>
    </dgm:pt>
    <dgm:pt modelId="{89C7820A-37D0-4232-9DB6-1208995FA83D}" type="pres">
      <dgm:prSet presAssocID="{CD2CBD46-BF43-4656-90CE-5C08B7EB9AAD}" presName="bkgdShape" presStyleLbl="node1" presStyleIdx="1" presStyleCnt="4"/>
      <dgm:spPr/>
    </dgm:pt>
    <dgm:pt modelId="{E2C61F83-4A02-4F70-AC27-E4E79C99ADA5}" type="pres">
      <dgm:prSet presAssocID="{CD2CBD46-BF43-4656-90CE-5C08B7EB9AAD}" presName="nodeTx" presStyleLbl="node1" presStyleIdx="1" presStyleCnt="4">
        <dgm:presLayoutVars>
          <dgm:bulletEnabled val="1"/>
        </dgm:presLayoutVars>
      </dgm:prSet>
      <dgm:spPr/>
    </dgm:pt>
    <dgm:pt modelId="{83F7A674-196A-4D39-9C8C-89CF844B0A1E}" type="pres">
      <dgm:prSet presAssocID="{CD2CBD46-BF43-4656-90CE-5C08B7EB9AAD}" presName="invisiNode" presStyleLbl="node1" presStyleIdx="1" presStyleCnt="4"/>
      <dgm:spPr/>
    </dgm:pt>
    <dgm:pt modelId="{E832E5BF-F4D4-437A-AD3D-D19F0FF9CDBB}" type="pres">
      <dgm:prSet presAssocID="{CD2CBD46-BF43-4656-90CE-5C08B7EB9AAD}" presName="imagNode" presStyleLbl="fgImgPlac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4160BCCF-9DDA-4ED4-A612-C8219485E946}" type="pres">
      <dgm:prSet presAssocID="{69802916-A45C-40F5-96B3-F1A6783EF96C}" presName="sibTrans" presStyleLbl="sibTrans2D1" presStyleIdx="0" presStyleCnt="0"/>
      <dgm:spPr/>
    </dgm:pt>
    <dgm:pt modelId="{3D7F6D25-350B-4723-B4D9-352F9FA78D09}" type="pres">
      <dgm:prSet presAssocID="{749A7D42-9781-45BD-9DFB-42015E07DBC0}" presName="compNode" presStyleCnt="0"/>
      <dgm:spPr/>
    </dgm:pt>
    <dgm:pt modelId="{53163453-BD6C-4D24-B942-8099E26B06E5}" type="pres">
      <dgm:prSet presAssocID="{749A7D42-9781-45BD-9DFB-42015E07DBC0}" presName="bkgdShape" presStyleLbl="node1" presStyleIdx="2" presStyleCnt="4"/>
      <dgm:spPr/>
    </dgm:pt>
    <dgm:pt modelId="{6743FE4B-63AF-45ED-92F2-FBB6C53D5CC0}" type="pres">
      <dgm:prSet presAssocID="{749A7D42-9781-45BD-9DFB-42015E07DBC0}" presName="nodeTx" presStyleLbl="node1" presStyleIdx="2" presStyleCnt="4">
        <dgm:presLayoutVars>
          <dgm:bulletEnabled val="1"/>
        </dgm:presLayoutVars>
      </dgm:prSet>
      <dgm:spPr/>
    </dgm:pt>
    <dgm:pt modelId="{FD437113-B283-4D0E-BEA1-0C4D6D31DFCC}" type="pres">
      <dgm:prSet presAssocID="{749A7D42-9781-45BD-9DFB-42015E07DBC0}" presName="invisiNode" presStyleLbl="node1" presStyleIdx="2" presStyleCnt="4"/>
      <dgm:spPr/>
    </dgm:pt>
    <dgm:pt modelId="{B9CA9775-2622-4818-B7B7-AAE2FC781B79}" type="pres">
      <dgm:prSet presAssocID="{749A7D42-9781-45BD-9DFB-42015E07DBC0}" presName="imagNode" presStyleLbl="fgImgPlac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 with solid fill"/>
        </a:ext>
      </dgm:extLst>
    </dgm:pt>
    <dgm:pt modelId="{F4F8D8E2-BC73-4706-BECF-0C7CF9AD8894}" type="pres">
      <dgm:prSet presAssocID="{74FD20F0-E19A-4948-8FE1-FCAD6B062FAC}" presName="sibTrans" presStyleLbl="sibTrans2D1" presStyleIdx="0" presStyleCnt="0"/>
      <dgm:spPr/>
    </dgm:pt>
    <dgm:pt modelId="{7883CF8B-671D-4DCF-A170-E850DD4D5D8D}" type="pres">
      <dgm:prSet presAssocID="{3B400CBF-D02A-43EF-9686-0D9AE0E99711}" presName="compNode" presStyleCnt="0"/>
      <dgm:spPr/>
    </dgm:pt>
    <dgm:pt modelId="{471A6861-B0A7-4D06-8924-BC8D1212DBDA}" type="pres">
      <dgm:prSet presAssocID="{3B400CBF-D02A-43EF-9686-0D9AE0E99711}" presName="bkgdShape" presStyleLbl="node1" presStyleIdx="3" presStyleCnt="4"/>
      <dgm:spPr/>
    </dgm:pt>
    <dgm:pt modelId="{B2888D6C-A387-4934-99E0-F8E03519B391}" type="pres">
      <dgm:prSet presAssocID="{3B400CBF-D02A-43EF-9686-0D9AE0E99711}" presName="nodeTx" presStyleLbl="node1" presStyleIdx="3" presStyleCnt="4">
        <dgm:presLayoutVars>
          <dgm:bulletEnabled val="1"/>
        </dgm:presLayoutVars>
      </dgm:prSet>
      <dgm:spPr/>
    </dgm:pt>
    <dgm:pt modelId="{FD4AE336-769F-4AD5-A0CC-F5E1A422EAD0}" type="pres">
      <dgm:prSet presAssocID="{3B400CBF-D02A-43EF-9686-0D9AE0E99711}" presName="invisiNode" presStyleLbl="node1" presStyleIdx="3" presStyleCnt="4"/>
      <dgm:spPr/>
    </dgm:pt>
    <dgm:pt modelId="{9A527CA5-8FE1-401F-931C-A47AF8841D7E}" type="pres">
      <dgm:prSet presAssocID="{3B400CBF-D02A-43EF-9686-0D9AE0E99711}" presName="imagNode" presStyleLbl="fgImgPlac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 with solid fill"/>
        </a:ext>
      </dgm:extLst>
    </dgm:pt>
  </dgm:ptLst>
  <dgm:cxnLst>
    <dgm:cxn modelId="{DBBEB705-D7E4-4BA4-B86F-914E69F89C80}" srcId="{1DC1C839-DD22-414D-9800-6EEC7E20B86F}" destId="{C7771790-A62A-4712-834F-428DC18C9F2B}" srcOrd="0" destOrd="0" parTransId="{D9B913DF-E5D2-4000-A1EB-B62D60B6FCBD}" sibTransId="{478C8D7F-2754-4363-BE32-938EB4873D98}"/>
    <dgm:cxn modelId="{9042DB0D-D3C7-42F5-9188-1C15DB691710}" srcId="{1DC1C839-DD22-414D-9800-6EEC7E20B86F}" destId="{3B400CBF-D02A-43EF-9686-0D9AE0E99711}" srcOrd="3" destOrd="0" parTransId="{60FFEF2F-3FF2-4CC7-A2E9-DEA96404C8BA}" sibTransId="{40C87F26-1A29-44AA-92B7-3EE5F7AC9407}"/>
    <dgm:cxn modelId="{7625773F-7FD0-4C78-A4A1-5310EEA26F81}" srcId="{1DC1C839-DD22-414D-9800-6EEC7E20B86F}" destId="{749A7D42-9781-45BD-9DFB-42015E07DBC0}" srcOrd="2" destOrd="0" parTransId="{F596FFC6-18F8-47A8-86E3-0D1512D917D8}" sibTransId="{74FD20F0-E19A-4948-8FE1-FCAD6B062FAC}"/>
    <dgm:cxn modelId="{B9D3AA45-C30E-4533-9511-200F86C30023}" type="presOf" srcId="{3B400CBF-D02A-43EF-9686-0D9AE0E99711}" destId="{471A6861-B0A7-4D06-8924-BC8D1212DBDA}" srcOrd="0" destOrd="0" presId="urn:microsoft.com/office/officeart/2005/8/layout/hList7"/>
    <dgm:cxn modelId="{18991F9B-43D2-424C-A757-31E78AB98A73}" srcId="{1DC1C839-DD22-414D-9800-6EEC7E20B86F}" destId="{CD2CBD46-BF43-4656-90CE-5C08B7EB9AAD}" srcOrd="1" destOrd="0" parTransId="{FC0D1C4C-067E-4F6F-9562-2FE0E2F6A3E3}" sibTransId="{69802916-A45C-40F5-96B3-F1A6783EF96C}"/>
    <dgm:cxn modelId="{5CE4E3BB-F5BB-484B-BF4E-1494413237DF}" type="presOf" srcId="{CD2CBD46-BF43-4656-90CE-5C08B7EB9AAD}" destId="{E2C61F83-4A02-4F70-AC27-E4E79C99ADA5}" srcOrd="1" destOrd="0" presId="urn:microsoft.com/office/officeart/2005/8/layout/hList7"/>
    <dgm:cxn modelId="{7C1616C7-62F2-4837-9021-9DC082ED75B3}" type="presOf" srcId="{C7771790-A62A-4712-834F-428DC18C9F2B}" destId="{173DFD13-1CF3-41C5-B714-F70999A03B93}" srcOrd="0" destOrd="0" presId="urn:microsoft.com/office/officeart/2005/8/layout/hList7"/>
    <dgm:cxn modelId="{63C876D6-E574-466B-9BE3-C4A769C129E8}" type="presOf" srcId="{749A7D42-9781-45BD-9DFB-42015E07DBC0}" destId="{6743FE4B-63AF-45ED-92F2-FBB6C53D5CC0}" srcOrd="1" destOrd="0" presId="urn:microsoft.com/office/officeart/2005/8/layout/hList7"/>
    <dgm:cxn modelId="{9320EED7-6361-49E0-BF32-9507686D496F}" type="presOf" srcId="{3B400CBF-D02A-43EF-9686-0D9AE0E99711}" destId="{B2888D6C-A387-4934-99E0-F8E03519B391}" srcOrd="1" destOrd="0" presId="urn:microsoft.com/office/officeart/2005/8/layout/hList7"/>
    <dgm:cxn modelId="{786095DD-DDF3-48FF-90FA-DD6C1C43D4AF}" type="presOf" srcId="{69802916-A45C-40F5-96B3-F1A6783EF96C}" destId="{4160BCCF-9DDA-4ED4-A612-C8219485E946}" srcOrd="0" destOrd="0" presId="urn:microsoft.com/office/officeart/2005/8/layout/hList7"/>
    <dgm:cxn modelId="{F04E7EE3-8017-4009-A44A-CDF8D3540066}" type="presOf" srcId="{1DC1C839-DD22-414D-9800-6EEC7E20B86F}" destId="{2FE8B2C6-DA94-495C-9829-6EB7D7D24D65}" srcOrd="0" destOrd="0" presId="urn:microsoft.com/office/officeart/2005/8/layout/hList7"/>
    <dgm:cxn modelId="{A381CDE5-037F-4DBC-B504-61E99A8857CD}" type="presOf" srcId="{C7771790-A62A-4712-834F-428DC18C9F2B}" destId="{AAD7490F-BAAB-4A83-B8CC-F1D52632F864}" srcOrd="1" destOrd="0" presId="urn:microsoft.com/office/officeart/2005/8/layout/hList7"/>
    <dgm:cxn modelId="{B03C59EA-CF06-484B-BCC8-DFA362DCA8A9}" type="presOf" srcId="{478C8D7F-2754-4363-BE32-938EB4873D98}" destId="{6321F37E-C8FB-4020-AB4F-8BB298AEBB0D}" srcOrd="0" destOrd="0" presId="urn:microsoft.com/office/officeart/2005/8/layout/hList7"/>
    <dgm:cxn modelId="{2BBBE8F3-E937-45C6-96D4-185D84A4F6FF}" type="presOf" srcId="{74FD20F0-E19A-4948-8FE1-FCAD6B062FAC}" destId="{F4F8D8E2-BC73-4706-BECF-0C7CF9AD8894}" srcOrd="0" destOrd="0" presId="urn:microsoft.com/office/officeart/2005/8/layout/hList7"/>
    <dgm:cxn modelId="{7F86F5F5-6B6E-48E6-BB25-3FEE8FEB641A}" type="presOf" srcId="{749A7D42-9781-45BD-9DFB-42015E07DBC0}" destId="{53163453-BD6C-4D24-B942-8099E26B06E5}" srcOrd="0" destOrd="0" presId="urn:microsoft.com/office/officeart/2005/8/layout/hList7"/>
    <dgm:cxn modelId="{698EFEF7-9F2E-49C6-9D72-40CE20555563}" type="presOf" srcId="{CD2CBD46-BF43-4656-90CE-5C08B7EB9AAD}" destId="{89C7820A-37D0-4232-9DB6-1208995FA83D}" srcOrd="0" destOrd="0" presId="urn:microsoft.com/office/officeart/2005/8/layout/hList7"/>
    <dgm:cxn modelId="{B2A1EEDF-3A5E-440F-BA96-252CC2361E8F}" type="presParOf" srcId="{2FE8B2C6-DA94-495C-9829-6EB7D7D24D65}" destId="{899B6958-9A9D-4882-9159-D2802B134A61}" srcOrd="0" destOrd="0" presId="urn:microsoft.com/office/officeart/2005/8/layout/hList7"/>
    <dgm:cxn modelId="{C6877AE9-C0D5-405D-B751-ED5997866860}" type="presParOf" srcId="{2FE8B2C6-DA94-495C-9829-6EB7D7D24D65}" destId="{693817AC-179C-4925-903B-ED669F20BD60}" srcOrd="1" destOrd="0" presId="urn:microsoft.com/office/officeart/2005/8/layout/hList7"/>
    <dgm:cxn modelId="{8132DE25-097E-4B3A-B6C5-A411738CDCED}" type="presParOf" srcId="{693817AC-179C-4925-903B-ED669F20BD60}" destId="{68070233-A4D5-440F-B83B-C83E6A3B6BA8}" srcOrd="0" destOrd="0" presId="urn:microsoft.com/office/officeart/2005/8/layout/hList7"/>
    <dgm:cxn modelId="{0662231D-7DDB-4795-83FD-CBFC61D5795A}" type="presParOf" srcId="{68070233-A4D5-440F-B83B-C83E6A3B6BA8}" destId="{173DFD13-1CF3-41C5-B714-F70999A03B93}" srcOrd="0" destOrd="0" presId="urn:microsoft.com/office/officeart/2005/8/layout/hList7"/>
    <dgm:cxn modelId="{41D0A28A-82D7-4E05-8F0F-B1F393F146F0}" type="presParOf" srcId="{68070233-A4D5-440F-B83B-C83E6A3B6BA8}" destId="{AAD7490F-BAAB-4A83-B8CC-F1D52632F864}" srcOrd="1" destOrd="0" presId="urn:microsoft.com/office/officeart/2005/8/layout/hList7"/>
    <dgm:cxn modelId="{5D1F2E6D-8490-45EC-9737-7799B94CD8AB}" type="presParOf" srcId="{68070233-A4D5-440F-B83B-C83E6A3B6BA8}" destId="{A1C22F51-484F-4A32-B572-909D7BC25715}" srcOrd="2" destOrd="0" presId="urn:microsoft.com/office/officeart/2005/8/layout/hList7"/>
    <dgm:cxn modelId="{604BA121-F16F-4FD1-9B04-469F2191C6F1}" type="presParOf" srcId="{68070233-A4D5-440F-B83B-C83E6A3B6BA8}" destId="{911A9049-3E69-4DD4-92D2-71775E0BB549}" srcOrd="3" destOrd="0" presId="urn:microsoft.com/office/officeart/2005/8/layout/hList7"/>
    <dgm:cxn modelId="{FDB431E9-CB48-45E5-8FE4-624096544C11}" type="presParOf" srcId="{693817AC-179C-4925-903B-ED669F20BD60}" destId="{6321F37E-C8FB-4020-AB4F-8BB298AEBB0D}" srcOrd="1" destOrd="0" presId="urn:microsoft.com/office/officeart/2005/8/layout/hList7"/>
    <dgm:cxn modelId="{B24BFD0F-A0BA-49EB-B7FF-E2E35AA928E3}" type="presParOf" srcId="{693817AC-179C-4925-903B-ED669F20BD60}" destId="{1DE6A962-00CE-4FE2-BEEA-29A98A7C301C}" srcOrd="2" destOrd="0" presId="urn:microsoft.com/office/officeart/2005/8/layout/hList7"/>
    <dgm:cxn modelId="{76490A9A-3F06-4563-8732-8D4391F43ACA}" type="presParOf" srcId="{1DE6A962-00CE-4FE2-BEEA-29A98A7C301C}" destId="{89C7820A-37D0-4232-9DB6-1208995FA83D}" srcOrd="0" destOrd="0" presId="urn:microsoft.com/office/officeart/2005/8/layout/hList7"/>
    <dgm:cxn modelId="{CCA29A32-D9B8-40AB-AA71-A0405D9E9E76}" type="presParOf" srcId="{1DE6A962-00CE-4FE2-BEEA-29A98A7C301C}" destId="{E2C61F83-4A02-4F70-AC27-E4E79C99ADA5}" srcOrd="1" destOrd="0" presId="urn:microsoft.com/office/officeart/2005/8/layout/hList7"/>
    <dgm:cxn modelId="{2E3D1017-FEA3-4DF0-A960-EC642ECE9076}" type="presParOf" srcId="{1DE6A962-00CE-4FE2-BEEA-29A98A7C301C}" destId="{83F7A674-196A-4D39-9C8C-89CF844B0A1E}" srcOrd="2" destOrd="0" presId="urn:microsoft.com/office/officeart/2005/8/layout/hList7"/>
    <dgm:cxn modelId="{2A5AB451-1169-4172-9048-482D153CCDB3}" type="presParOf" srcId="{1DE6A962-00CE-4FE2-BEEA-29A98A7C301C}" destId="{E832E5BF-F4D4-437A-AD3D-D19F0FF9CDBB}" srcOrd="3" destOrd="0" presId="urn:microsoft.com/office/officeart/2005/8/layout/hList7"/>
    <dgm:cxn modelId="{4BCAE349-D0DB-480E-93CD-C21FF905AEF4}" type="presParOf" srcId="{693817AC-179C-4925-903B-ED669F20BD60}" destId="{4160BCCF-9DDA-4ED4-A612-C8219485E946}" srcOrd="3" destOrd="0" presId="urn:microsoft.com/office/officeart/2005/8/layout/hList7"/>
    <dgm:cxn modelId="{BF12CAC6-49B7-4CE2-9564-1F97732ACB3C}" type="presParOf" srcId="{693817AC-179C-4925-903B-ED669F20BD60}" destId="{3D7F6D25-350B-4723-B4D9-352F9FA78D09}" srcOrd="4" destOrd="0" presId="urn:microsoft.com/office/officeart/2005/8/layout/hList7"/>
    <dgm:cxn modelId="{82F11ACE-1BB2-4308-A3FE-D095D3E9FAAC}" type="presParOf" srcId="{3D7F6D25-350B-4723-B4D9-352F9FA78D09}" destId="{53163453-BD6C-4D24-B942-8099E26B06E5}" srcOrd="0" destOrd="0" presId="urn:microsoft.com/office/officeart/2005/8/layout/hList7"/>
    <dgm:cxn modelId="{0C0367CD-ACC0-463E-B6CF-5EAFCB3A1BCB}" type="presParOf" srcId="{3D7F6D25-350B-4723-B4D9-352F9FA78D09}" destId="{6743FE4B-63AF-45ED-92F2-FBB6C53D5CC0}" srcOrd="1" destOrd="0" presId="urn:microsoft.com/office/officeart/2005/8/layout/hList7"/>
    <dgm:cxn modelId="{97111E1F-3053-430D-8D89-1269C12A795A}" type="presParOf" srcId="{3D7F6D25-350B-4723-B4D9-352F9FA78D09}" destId="{FD437113-B283-4D0E-BEA1-0C4D6D31DFCC}" srcOrd="2" destOrd="0" presId="urn:microsoft.com/office/officeart/2005/8/layout/hList7"/>
    <dgm:cxn modelId="{9009838E-A79A-40DF-AE48-8C6164E8BC7F}" type="presParOf" srcId="{3D7F6D25-350B-4723-B4D9-352F9FA78D09}" destId="{B9CA9775-2622-4818-B7B7-AAE2FC781B79}" srcOrd="3" destOrd="0" presId="urn:microsoft.com/office/officeart/2005/8/layout/hList7"/>
    <dgm:cxn modelId="{8BFD98AE-C036-4824-9126-734F80C34290}" type="presParOf" srcId="{693817AC-179C-4925-903B-ED669F20BD60}" destId="{F4F8D8E2-BC73-4706-BECF-0C7CF9AD8894}" srcOrd="5" destOrd="0" presId="urn:microsoft.com/office/officeart/2005/8/layout/hList7"/>
    <dgm:cxn modelId="{ED989A49-9C07-4622-8055-C71CBEFF4732}" type="presParOf" srcId="{693817AC-179C-4925-903B-ED669F20BD60}" destId="{7883CF8B-671D-4DCF-A170-E850DD4D5D8D}" srcOrd="6" destOrd="0" presId="urn:microsoft.com/office/officeart/2005/8/layout/hList7"/>
    <dgm:cxn modelId="{8E94F5AE-3117-42EC-89C0-FB4A785A8739}" type="presParOf" srcId="{7883CF8B-671D-4DCF-A170-E850DD4D5D8D}" destId="{471A6861-B0A7-4D06-8924-BC8D1212DBDA}" srcOrd="0" destOrd="0" presId="urn:microsoft.com/office/officeart/2005/8/layout/hList7"/>
    <dgm:cxn modelId="{DBD7D8E0-1293-4256-84E1-DEE5B9056147}" type="presParOf" srcId="{7883CF8B-671D-4DCF-A170-E850DD4D5D8D}" destId="{B2888D6C-A387-4934-99E0-F8E03519B391}" srcOrd="1" destOrd="0" presId="urn:microsoft.com/office/officeart/2005/8/layout/hList7"/>
    <dgm:cxn modelId="{C55E4D34-3AB8-4CD8-9889-C955040C4DB4}" type="presParOf" srcId="{7883CF8B-671D-4DCF-A170-E850DD4D5D8D}" destId="{FD4AE336-769F-4AD5-A0CC-F5E1A422EAD0}" srcOrd="2" destOrd="0" presId="urn:microsoft.com/office/officeart/2005/8/layout/hList7"/>
    <dgm:cxn modelId="{0A612A13-2834-4114-B847-5EB7DBA30ABD}" type="presParOf" srcId="{7883CF8B-671D-4DCF-A170-E850DD4D5D8D}" destId="{9A527CA5-8FE1-401F-931C-A47AF8841D7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E98CF97-8EC0-49DB-896A-BC6AAB0C3997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B50334BA-784E-41D2-8598-739E865663EE}">
      <dgm:prSet/>
      <dgm:spPr/>
      <dgm:t>
        <a:bodyPr/>
        <a:lstStyle/>
        <a:p>
          <a:r>
            <a:rPr lang="en-IN" dirty="0"/>
            <a:t>Market Trends</a:t>
          </a:r>
        </a:p>
      </dgm:t>
    </dgm:pt>
    <dgm:pt modelId="{1C0044FF-190F-4A5E-943F-198286DB3EE2}" type="parTrans" cxnId="{4017E007-CCCA-45BA-9FDC-11106303F13E}">
      <dgm:prSet/>
      <dgm:spPr/>
      <dgm:t>
        <a:bodyPr/>
        <a:lstStyle/>
        <a:p>
          <a:endParaRPr lang="en-IN"/>
        </a:p>
      </dgm:t>
    </dgm:pt>
    <dgm:pt modelId="{77CDD707-4CAF-4D3E-9AC6-CB428164F8B0}" type="sibTrans" cxnId="{4017E007-CCCA-45BA-9FDC-11106303F13E}">
      <dgm:prSet/>
      <dgm:spPr/>
      <dgm:t>
        <a:bodyPr/>
        <a:lstStyle/>
        <a:p>
          <a:endParaRPr lang="en-IN"/>
        </a:p>
      </dgm:t>
    </dgm:pt>
    <dgm:pt modelId="{400B572B-DFFE-4328-9436-BC1DF9806F88}" type="pres">
      <dgm:prSet presAssocID="{0E98CF97-8EC0-49DB-896A-BC6AAB0C3997}" presName="linearFlow" presStyleCnt="0">
        <dgm:presLayoutVars>
          <dgm:dir/>
          <dgm:resizeHandles val="exact"/>
        </dgm:presLayoutVars>
      </dgm:prSet>
      <dgm:spPr/>
    </dgm:pt>
    <dgm:pt modelId="{240D3778-B733-450B-817B-013892D9D102}" type="pres">
      <dgm:prSet presAssocID="{B50334BA-784E-41D2-8598-739E865663EE}" presName="composite" presStyleCnt="0"/>
      <dgm:spPr/>
    </dgm:pt>
    <dgm:pt modelId="{216B29A9-6AC0-46B3-BD78-FDE9A2B93C68}" type="pres">
      <dgm:prSet presAssocID="{B50334BA-784E-41D2-8598-739E865663EE}" presName="imgShp" presStyleLbl="fgImgPlace1" presStyleIdx="0" presStyleCnt="1" custLinFactNeighborX="-43396"/>
      <dgm:spPr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49F892AC-0B6E-4268-8D6C-9D449457A9BE}" type="pres">
      <dgm:prSet presAssocID="{B50334BA-784E-41D2-8598-739E865663EE}" presName="txShp" presStyleLbl="node1" presStyleIdx="0" presStyleCnt="1">
        <dgm:presLayoutVars>
          <dgm:bulletEnabled val="1"/>
        </dgm:presLayoutVars>
      </dgm:prSet>
      <dgm:spPr/>
    </dgm:pt>
  </dgm:ptLst>
  <dgm:cxnLst>
    <dgm:cxn modelId="{4017E007-CCCA-45BA-9FDC-11106303F13E}" srcId="{0E98CF97-8EC0-49DB-896A-BC6AAB0C3997}" destId="{B50334BA-784E-41D2-8598-739E865663EE}" srcOrd="0" destOrd="0" parTransId="{1C0044FF-190F-4A5E-943F-198286DB3EE2}" sibTransId="{77CDD707-4CAF-4D3E-9AC6-CB428164F8B0}"/>
    <dgm:cxn modelId="{24043B09-D75E-49DD-BB33-14C8E7895871}" type="presOf" srcId="{0E98CF97-8EC0-49DB-896A-BC6AAB0C3997}" destId="{400B572B-DFFE-4328-9436-BC1DF9806F88}" srcOrd="0" destOrd="0" presId="urn:microsoft.com/office/officeart/2005/8/layout/vList3"/>
    <dgm:cxn modelId="{2E587EE6-AAA1-4818-924F-03EE713BB014}" type="presOf" srcId="{B50334BA-784E-41D2-8598-739E865663EE}" destId="{49F892AC-0B6E-4268-8D6C-9D449457A9BE}" srcOrd="0" destOrd="0" presId="urn:microsoft.com/office/officeart/2005/8/layout/vList3"/>
    <dgm:cxn modelId="{C2F93FB2-AF2B-4B8F-9844-DE02529D8CCF}" type="presParOf" srcId="{400B572B-DFFE-4328-9436-BC1DF9806F88}" destId="{240D3778-B733-450B-817B-013892D9D102}" srcOrd="0" destOrd="0" presId="urn:microsoft.com/office/officeart/2005/8/layout/vList3"/>
    <dgm:cxn modelId="{C8F06E95-4BB8-4EA4-9FC0-C81E1CD139E0}" type="presParOf" srcId="{240D3778-B733-450B-817B-013892D9D102}" destId="{216B29A9-6AC0-46B3-BD78-FDE9A2B93C68}" srcOrd="0" destOrd="0" presId="urn:microsoft.com/office/officeart/2005/8/layout/vList3"/>
    <dgm:cxn modelId="{254F5230-8F46-4C64-A499-0CC6B33C8ACC}" type="presParOf" srcId="{240D3778-B733-450B-817B-013892D9D102}" destId="{49F892AC-0B6E-4268-8D6C-9D449457A9B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AB45B9E-1507-46E1-8165-4CB28E93D60D}" type="doc">
      <dgm:prSet loTypeId="urn:microsoft.com/office/officeart/2005/8/layout/process2" loCatId="process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6560C2CD-4EE7-4484-8760-E8F587115520}">
      <dgm:prSet/>
      <dgm:spPr/>
      <dgm:t>
        <a:bodyPr/>
        <a:lstStyle/>
        <a:p>
          <a:r>
            <a:rPr lang="en-US" dirty="0"/>
            <a:t>• </a:t>
          </a:r>
          <a:r>
            <a:rPr lang="en-US" b="1" dirty="0"/>
            <a:t>Technology sector</a:t>
          </a:r>
          <a:r>
            <a:rPr lang="en-US" dirty="0"/>
            <a:t> delivered the highest returns</a:t>
          </a:r>
          <a:br>
            <a:rPr lang="en-US" dirty="0"/>
          </a:br>
          <a:r>
            <a:rPr lang="en-US" dirty="0"/>
            <a:t>• </a:t>
          </a:r>
          <a:r>
            <a:rPr lang="en-US" b="1" dirty="0"/>
            <a:t>Healthcare stocks</a:t>
          </a:r>
          <a:r>
            <a:rPr lang="en-US" dirty="0"/>
            <a:t> showed stable performance</a:t>
          </a:r>
          <a:br>
            <a:rPr lang="en-US" dirty="0"/>
          </a:br>
          <a:r>
            <a:rPr lang="en-US" dirty="0"/>
            <a:t>• </a:t>
          </a:r>
          <a:r>
            <a:rPr lang="en-US" b="1" dirty="0"/>
            <a:t>Aviation sector</a:t>
          </a:r>
          <a:r>
            <a:rPr lang="en-US" dirty="0"/>
            <a:t> experienced high volatility</a:t>
          </a:r>
          <a:endParaRPr lang="en-IN" b="0" dirty="0"/>
        </a:p>
      </dgm:t>
    </dgm:pt>
    <dgm:pt modelId="{322675E8-4884-49F0-A882-41534F8006C6}" type="parTrans" cxnId="{A48A8E31-8532-436C-AF3E-69F3C40E44B7}">
      <dgm:prSet/>
      <dgm:spPr/>
      <dgm:t>
        <a:bodyPr/>
        <a:lstStyle/>
        <a:p>
          <a:endParaRPr lang="en-IN"/>
        </a:p>
      </dgm:t>
    </dgm:pt>
    <dgm:pt modelId="{9D0331D2-5CB7-4A9C-AE5F-CED8AFB5154D}" type="sibTrans" cxnId="{A48A8E31-8532-436C-AF3E-69F3C40E44B7}">
      <dgm:prSet/>
      <dgm:spPr/>
      <dgm:t>
        <a:bodyPr/>
        <a:lstStyle/>
        <a:p>
          <a:endParaRPr lang="en-IN"/>
        </a:p>
      </dgm:t>
    </dgm:pt>
    <dgm:pt modelId="{1007D4C5-5BCD-4CF6-A3CF-9A942EA3566B}" type="pres">
      <dgm:prSet presAssocID="{5AB45B9E-1507-46E1-8165-4CB28E93D60D}" presName="linearFlow" presStyleCnt="0">
        <dgm:presLayoutVars>
          <dgm:resizeHandles val="exact"/>
        </dgm:presLayoutVars>
      </dgm:prSet>
      <dgm:spPr/>
    </dgm:pt>
    <dgm:pt modelId="{81ED9AA2-A714-4938-A59A-5669EB4C11AC}" type="pres">
      <dgm:prSet presAssocID="{6560C2CD-4EE7-4484-8760-E8F587115520}" presName="node" presStyleLbl="node1" presStyleIdx="0" presStyleCnt="1" custLinFactNeighborX="-1515" custLinFactNeighborY="49">
        <dgm:presLayoutVars>
          <dgm:bulletEnabled val="1"/>
        </dgm:presLayoutVars>
      </dgm:prSet>
      <dgm:spPr/>
    </dgm:pt>
  </dgm:ptLst>
  <dgm:cxnLst>
    <dgm:cxn modelId="{93EF700F-764F-4068-9721-C1BF9754350F}" type="presOf" srcId="{5AB45B9E-1507-46E1-8165-4CB28E93D60D}" destId="{1007D4C5-5BCD-4CF6-A3CF-9A942EA3566B}" srcOrd="0" destOrd="0" presId="urn:microsoft.com/office/officeart/2005/8/layout/process2"/>
    <dgm:cxn modelId="{A48A8E31-8532-436C-AF3E-69F3C40E44B7}" srcId="{5AB45B9E-1507-46E1-8165-4CB28E93D60D}" destId="{6560C2CD-4EE7-4484-8760-E8F587115520}" srcOrd="0" destOrd="0" parTransId="{322675E8-4884-49F0-A882-41534F8006C6}" sibTransId="{9D0331D2-5CB7-4A9C-AE5F-CED8AFB5154D}"/>
    <dgm:cxn modelId="{63F75E80-CD84-4D61-9CA2-421502FB5C28}" type="presOf" srcId="{6560C2CD-4EE7-4484-8760-E8F587115520}" destId="{81ED9AA2-A714-4938-A59A-5669EB4C11AC}" srcOrd="0" destOrd="0" presId="urn:microsoft.com/office/officeart/2005/8/layout/process2"/>
    <dgm:cxn modelId="{542296FB-6174-4D05-9AFE-ECC138FC4CEE}" type="presParOf" srcId="{1007D4C5-5BCD-4CF6-A3CF-9A942EA3566B}" destId="{81ED9AA2-A714-4938-A59A-5669EB4C11AC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E53A36-F085-4FD3-BB97-9C9246915193}" type="doc">
      <dgm:prSet loTypeId="urn:microsoft.com/office/officeart/2005/8/layout/process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A0ED1E7C-1DF6-4774-B605-EB77E675686E}">
      <dgm:prSet/>
      <dgm:spPr/>
      <dgm:t>
        <a:bodyPr/>
        <a:lstStyle/>
        <a:p>
          <a:r>
            <a:rPr lang="en-IN" dirty="0"/>
            <a:t>Risk vs Return Analysis</a:t>
          </a:r>
        </a:p>
      </dgm:t>
    </dgm:pt>
    <dgm:pt modelId="{61698E6F-4001-49E1-B3C8-CF573FC3CF94}" type="parTrans" cxnId="{0C1E18F1-8501-4220-A526-AFBD47C20C03}">
      <dgm:prSet/>
      <dgm:spPr/>
      <dgm:t>
        <a:bodyPr/>
        <a:lstStyle/>
        <a:p>
          <a:endParaRPr lang="en-IN"/>
        </a:p>
      </dgm:t>
    </dgm:pt>
    <dgm:pt modelId="{A1E0DAFD-12AB-453D-BB88-98A5CFEB2FAF}" type="sibTrans" cxnId="{0C1E18F1-8501-4220-A526-AFBD47C20C03}">
      <dgm:prSet/>
      <dgm:spPr/>
      <dgm:t>
        <a:bodyPr/>
        <a:lstStyle/>
        <a:p>
          <a:endParaRPr lang="en-IN"/>
        </a:p>
      </dgm:t>
    </dgm:pt>
    <dgm:pt modelId="{7BC1ADF7-B2C7-4040-885A-999130963CC9}" type="pres">
      <dgm:prSet presAssocID="{37E53A36-F085-4FD3-BB97-9C9246915193}" presName="Name0" presStyleCnt="0">
        <dgm:presLayoutVars>
          <dgm:dir/>
          <dgm:resizeHandles val="exact"/>
        </dgm:presLayoutVars>
      </dgm:prSet>
      <dgm:spPr/>
    </dgm:pt>
    <dgm:pt modelId="{4B1F4829-CFFF-44C9-9037-86077F508421}" type="pres">
      <dgm:prSet presAssocID="{A0ED1E7C-1DF6-4774-B605-EB77E675686E}" presName="node" presStyleLbl="node1" presStyleIdx="0" presStyleCnt="1">
        <dgm:presLayoutVars>
          <dgm:bulletEnabled val="1"/>
        </dgm:presLayoutVars>
      </dgm:prSet>
      <dgm:spPr/>
    </dgm:pt>
  </dgm:ptLst>
  <dgm:cxnLst>
    <dgm:cxn modelId="{9334E6BF-366C-416A-9C1B-902C82D7042A}" type="presOf" srcId="{37E53A36-F085-4FD3-BB97-9C9246915193}" destId="{7BC1ADF7-B2C7-4040-885A-999130963CC9}" srcOrd="0" destOrd="0" presId="urn:microsoft.com/office/officeart/2005/8/layout/process1"/>
    <dgm:cxn modelId="{0C1E18F1-8501-4220-A526-AFBD47C20C03}" srcId="{37E53A36-F085-4FD3-BB97-9C9246915193}" destId="{A0ED1E7C-1DF6-4774-B605-EB77E675686E}" srcOrd="0" destOrd="0" parTransId="{61698E6F-4001-49E1-B3C8-CF573FC3CF94}" sibTransId="{A1E0DAFD-12AB-453D-BB88-98A5CFEB2FAF}"/>
    <dgm:cxn modelId="{A588E2F1-EBBC-43B0-AF7F-29A6A7F6B81E}" type="presOf" srcId="{A0ED1E7C-1DF6-4774-B605-EB77E675686E}" destId="{4B1F4829-CFFF-44C9-9037-86077F508421}" srcOrd="0" destOrd="0" presId="urn:microsoft.com/office/officeart/2005/8/layout/process1"/>
    <dgm:cxn modelId="{D01E5175-F178-4716-8219-4D9EFB963E74}" type="presParOf" srcId="{7BC1ADF7-B2C7-4040-885A-999130963CC9}" destId="{4B1F4829-CFFF-44C9-9037-86077F508421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EF8B3DB-8D49-4FDC-B74F-559D760E88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AC96108-239D-4157-9A47-9DA20E46D463}">
      <dgm:prSet/>
      <dgm:spPr/>
      <dgm:t>
        <a:bodyPr/>
        <a:lstStyle/>
        <a:p>
          <a:r>
            <a:rPr lang="en-US" b="1" dirty="0"/>
            <a:t>Higher returns</a:t>
          </a:r>
          <a:r>
            <a:rPr lang="en-US" dirty="0"/>
            <a:t> typically involve </a:t>
          </a:r>
          <a:r>
            <a:rPr lang="en-US" b="1" dirty="0"/>
            <a:t>higher risk</a:t>
          </a:r>
          <a:endParaRPr lang="en-IN" dirty="0"/>
        </a:p>
      </dgm:t>
    </dgm:pt>
    <dgm:pt modelId="{D6E26476-4BBD-4670-BBF3-5E3634B754F8}" type="parTrans" cxnId="{95EF7D10-3505-4594-9DF5-374107AC899E}">
      <dgm:prSet/>
      <dgm:spPr/>
      <dgm:t>
        <a:bodyPr/>
        <a:lstStyle/>
        <a:p>
          <a:endParaRPr lang="en-IN"/>
        </a:p>
      </dgm:t>
    </dgm:pt>
    <dgm:pt modelId="{F33CEC8E-737A-46FB-859F-585D08D0D27B}" type="sibTrans" cxnId="{95EF7D10-3505-4594-9DF5-374107AC899E}">
      <dgm:prSet/>
      <dgm:spPr/>
      <dgm:t>
        <a:bodyPr/>
        <a:lstStyle/>
        <a:p>
          <a:endParaRPr lang="en-IN"/>
        </a:p>
      </dgm:t>
    </dgm:pt>
    <dgm:pt modelId="{AE35E4F6-2326-4AB5-BB44-8F92C80E966E}">
      <dgm:prSet/>
      <dgm:spPr/>
      <dgm:t>
        <a:bodyPr/>
        <a:lstStyle/>
        <a:p>
          <a:r>
            <a:rPr lang="en-US" b="1" dirty="0"/>
            <a:t>Tech stocks</a:t>
          </a:r>
          <a:r>
            <a:rPr lang="en-US" dirty="0"/>
            <a:t> delivered strong returns with </a:t>
          </a:r>
          <a:r>
            <a:rPr lang="en-US" b="1" dirty="0"/>
            <a:t>moderate risk</a:t>
          </a:r>
          <a:endParaRPr lang="en-IN" dirty="0"/>
        </a:p>
      </dgm:t>
    </dgm:pt>
    <dgm:pt modelId="{FA1FE56B-EC4C-471E-BC98-50A5A9729F22}" type="parTrans" cxnId="{074FD9CA-73B1-46A6-8E63-71564754C8B8}">
      <dgm:prSet/>
      <dgm:spPr/>
      <dgm:t>
        <a:bodyPr/>
        <a:lstStyle/>
        <a:p>
          <a:endParaRPr lang="en-IN"/>
        </a:p>
      </dgm:t>
    </dgm:pt>
    <dgm:pt modelId="{F6A5A8A6-A41E-4967-ABE4-83CA6B5D1997}" type="sibTrans" cxnId="{074FD9CA-73B1-46A6-8E63-71564754C8B8}">
      <dgm:prSet/>
      <dgm:spPr/>
      <dgm:t>
        <a:bodyPr/>
        <a:lstStyle/>
        <a:p>
          <a:endParaRPr lang="en-IN"/>
        </a:p>
      </dgm:t>
    </dgm:pt>
    <dgm:pt modelId="{6C94C374-11F8-4921-8697-A4E463D88B57}">
      <dgm:prSet/>
      <dgm:spPr/>
      <dgm:t>
        <a:bodyPr/>
        <a:lstStyle/>
        <a:p>
          <a:r>
            <a:rPr lang="en-US" b="1" dirty="0"/>
            <a:t>Diversification</a:t>
          </a:r>
          <a:r>
            <a:rPr lang="en-US" dirty="0"/>
            <a:t> reduces overall portfolio risk</a:t>
          </a:r>
          <a:endParaRPr lang="en-IN" dirty="0"/>
        </a:p>
      </dgm:t>
    </dgm:pt>
    <dgm:pt modelId="{E30EC437-1D7E-46AE-8A39-66687D9BABC8}" type="parTrans" cxnId="{B23E5ADE-05C5-4B1E-BED6-45A2D8984930}">
      <dgm:prSet/>
      <dgm:spPr/>
      <dgm:t>
        <a:bodyPr/>
        <a:lstStyle/>
        <a:p>
          <a:endParaRPr lang="en-IN"/>
        </a:p>
      </dgm:t>
    </dgm:pt>
    <dgm:pt modelId="{AD68387F-F19B-46CE-85B7-744CFFBFDFF4}" type="sibTrans" cxnId="{B23E5ADE-05C5-4B1E-BED6-45A2D8984930}">
      <dgm:prSet/>
      <dgm:spPr/>
      <dgm:t>
        <a:bodyPr/>
        <a:lstStyle/>
        <a:p>
          <a:endParaRPr lang="en-IN"/>
        </a:p>
      </dgm:t>
    </dgm:pt>
    <dgm:pt modelId="{8F34CEB7-CBEC-4EA9-9E70-082C5DB44D6A}" type="pres">
      <dgm:prSet presAssocID="{FEF8B3DB-8D49-4FDC-B74F-559D760E88C9}" presName="linear" presStyleCnt="0">
        <dgm:presLayoutVars>
          <dgm:animLvl val="lvl"/>
          <dgm:resizeHandles val="exact"/>
        </dgm:presLayoutVars>
      </dgm:prSet>
      <dgm:spPr/>
    </dgm:pt>
    <dgm:pt modelId="{E17C9992-FA76-45AB-929B-EA4D508A26F9}" type="pres">
      <dgm:prSet presAssocID="{EAC96108-239D-4157-9A47-9DA20E46D4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27F952D-A51A-4891-AE97-1CD70EF6D48D}" type="pres">
      <dgm:prSet presAssocID="{F33CEC8E-737A-46FB-859F-585D08D0D27B}" presName="spacer" presStyleCnt="0"/>
      <dgm:spPr/>
    </dgm:pt>
    <dgm:pt modelId="{7294B7E5-1446-44A7-B1D0-2C8BAA2C6ED6}" type="pres">
      <dgm:prSet presAssocID="{AE35E4F6-2326-4AB5-BB44-8F92C80E966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C5CB519-5AC4-4385-8B0B-A136C0DC0B48}" type="pres">
      <dgm:prSet presAssocID="{F6A5A8A6-A41E-4967-ABE4-83CA6B5D1997}" presName="spacer" presStyleCnt="0"/>
      <dgm:spPr/>
    </dgm:pt>
    <dgm:pt modelId="{7A598FF9-D669-40FF-83E1-F7A9A158B2BC}" type="pres">
      <dgm:prSet presAssocID="{6C94C374-11F8-4921-8697-A4E463D88B5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5EF7D10-3505-4594-9DF5-374107AC899E}" srcId="{FEF8B3DB-8D49-4FDC-B74F-559D760E88C9}" destId="{EAC96108-239D-4157-9A47-9DA20E46D463}" srcOrd="0" destOrd="0" parTransId="{D6E26476-4BBD-4670-BBF3-5E3634B754F8}" sibTransId="{F33CEC8E-737A-46FB-859F-585D08D0D27B}"/>
    <dgm:cxn modelId="{05288D2C-1842-4EFB-8ED2-4321DC2D1A79}" type="presOf" srcId="{FEF8B3DB-8D49-4FDC-B74F-559D760E88C9}" destId="{8F34CEB7-CBEC-4EA9-9E70-082C5DB44D6A}" srcOrd="0" destOrd="0" presId="urn:microsoft.com/office/officeart/2005/8/layout/vList2"/>
    <dgm:cxn modelId="{8A10ED96-54F9-4BD3-B017-EE3FB42621B1}" type="presOf" srcId="{6C94C374-11F8-4921-8697-A4E463D88B57}" destId="{7A598FF9-D669-40FF-83E1-F7A9A158B2BC}" srcOrd="0" destOrd="0" presId="urn:microsoft.com/office/officeart/2005/8/layout/vList2"/>
    <dgm:cxn modelId="{36ED259C-86F4-4CBD-AD6A-44ED7F6DBE71}" type="presOf" srcId="{EAC96108-239D-4157-9A47-9DA20E46D463}" destId="{E17C9992-FA76-45AB-929B-EA4D508A26F9}" srcOrd="0" destOrd="0" presId="urn:microsoft.com/office/officeart/2005/8/layout/vList2"/>
    <dgm:cxn modelId="{074FD9CA-73B1-46A6-8E63-71564754C8B8}" srcId="{FEF8B3DB-8D49-4FDC-B74F-559D760E88C9}" destId="{AE35E4F6-2326-4AB5-BB44-8F92C80E966E}" srcOrd="1" destOrd="0" parTransId="{FA1FE56B-EC4C-471E-BC98-50A5A9729F22}" sibTransId="{F6A5A8A6-A41E-4967-ABE4-83CA6B5D1997}"/>
    <dgm:cxn modelId="{91F59DD1-5A38-4266-B173-99E5BF18D435}" type="presOf" srcId="{AE35E4F6-2326-4AB5-BB44-8F92C80E966E}" destId="{7294B7E5-1446-44A7-B1D0-2C8BAA2C6ED6}" srcOrd="0" destOrd="0" presId="urn:microsoft.com/office/officeart/2005/8/layout/vList2"/>
    <dgm:cxn modelId="{B23E5ADE-05C5-4B1E-BED6-45A2D8984930}" srcId="{FEF8B3DB-8D49-4FDC-B74F-559D760E88C9}" destId="{6C94C374-11F8-4921-8697-A4E463D88B57}" srcOrd="2" destOrd="0" parTransId="{E30EC437-1D7E-46AE-8A39-66687D9BABC8}" sibTransId="{AD68387F-F19B-46CE-85B7-744CFFBFDFF4}"/>
    <dgm:cxn modelId="{CB3C964C-B1EF-410C-B8D1-AAA704246675}" type="presParOf" srcId="{8F34CEB7-CBEC-4EA9-9E70-082C5DB44D6A}" destId="{E17C9992-FA76-45AB-929B-EA4D508A26F9}" srcOrd="0" destOrd="0" presId="urn:microsoft.com/office/officeart/2005/8/layout/vList2"/>
    <dgm:cxn modelId="{A6E91D06-2852-452F-B7DC-69A769F881F8}" type="presParOf" srcId="{8F34CEB7-CBEC-4EA9-9E70-082C5DB44D6A}" destId="{D27F952D-A51A-4891-AE97-1CD70EF6D48D}" srcOrd="1" destOrd="0" presId="urn:microsoft.com/office/officeart/2005/8/layout/vList2"/>
    <dgm:cxn modelId="{81394099-468F-44BB-BAA4-42C958D9EE3E}" type="presParOf" srcId="{8F34CEB7-CBEC-4EA9-9E70-082C5DB44D6A}" destId="{7294B7E5-1446-44A7-B1D0-2C8BAA2C6ED6}" srcOrd="2" destOrd="0" presId="urn:microsoft.com/office/officeart/2005/8/layout/vList2"/>
    <dgm:cxn modelId="{E6406CD2-FF56-4200-A090-6E5F4567C851}" type="presParOf" srcId="{8F34CEB7-CBEC-4EA9-9E70-082C5DB44D6A}" destId="{4C5CB519-5AC4-4385-8B0B-A136C0DC0B48}" srcOrd="3" destOrd="0" presId="urn:microsoft.com/office/officeart/2005/8/layout/vList2"/>
    <dgm:cxn modelId="{03EF8EA0-25FB-4C3D-8758-17368DBE2F93}" type="presParOf" srcId="{8F34CEB7-CBEC-4EA9-9E70-082C5DB44D6A}" destId="{7A598FF9-D669-40FF-83E1-F7A9A158B2B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5E67719-9AD3-4BE6-A2D8-5C85A5144A6C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7C62DC55-00AB-4AD0-9429-DDF91FC5809E}">
      <dgm:prSet/>
      <dgm:spPr/>
      <dgm:t>
        <a:bodyPr/>
        <a:lstStyle/>
        <a:p>
          <a:r>
            <a:rPr lang="en-IN" dirty="0"/>
            <a:t>Two Investment Strategies</a:t>
          </a:r>
        </a:p>
      </dgm:t>
    </dgm:pt>
    <dgm:pt modelId="{95131B07-00AB-48D3-A413-840233CF739E}" type="parTrans" cxnId="{2293BCB4-3145-4865-B241-81A383056A41}">
      <dgm:prSet/>
      <dgm:spPr/>
      <dgm:t>
        <a:bodyPr/>
        <a:lstStyle/>
        <a:p>
          <a:endParaRPr lang="en-IN"/>
        </a:p>
      </dgm:t>
    </dgm:pt>
    <dgm:pt modelId="{073E78B7-957C-4F20-8175-501C21F59F1A}" type="sibTrans" cxnId="{2293BCB4-3145-4865-B241-81A383056A41}">
      <dgm:prSet/>
      <dgm:spPr/>
      <dgm:t>
        <a:bodyPr/>
        <a:lstStyle/>
        <a:p>
          <a:endParaRPr lang="en-IN"/>
        </a:p>
      </dgm:t>
    </dgm:pt>
    <dgm:pt modelId="{CE5CBF25-B41D-47EE-943C-D4227909F3A2}" type="pres">
      <dgm:prSet presAssocID="{75E67719-9AD3-4BE6-A2D8-5C85A5144A6C}" presName="linearFlow" presStyleCnt="0">
        <dgm:presLayoutVars>
          <dgm:dir/>
          <dgm:resizeHandles val="exact"/>
        </dgm:presLayoutVars>
      </dgm:prSet>
      <dgm:spPr/>
    </dgm:pt>
    <dgm:pt modelId="{0A25CBAE-452C-4C8B-A8D9-26514436546F}" type="pres">
      <dgm:prSet presAssocID="{7C62DC55-00AB-4AD0-9429-DDF91FC5809E}" presName="composite" presStyleCnt="0"/>
      <dgm:spPr/>
    </dgm:pt>
    <dgm:pt modelId="{954FA024-4F86-4E8A-A9CE-A773617DE14D}" type="pres">
      <dgm:prSet presAssocID="{7C62DC55-00AB-4AD0-9429-DDF91FC5809E}" presName="imgShp" presStyleLbl="fgImgPlace1" presStyleIdx="0" presStyleCnt="1" custLinFactNeighborX="-42392" custLinFactNeighborY="1380"/>
      <dgm:spPr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5189" t="5189" r="5189" b="5189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 with solid fill"/>
        </a:ext>
      </dgm:extLst>
    </dgm:pt>
    <dgm:pt modelId="{EAB2EEE3-590D-4C7C-A4AE-DF5305DAFF7B}" type="pres">
      <dgm:prSet presAssocID="{7C62DC55-00AB-4AD0-9429-DDF91FC5809E}" presName="txShp" presStyleLbl="node1" presStyleIdx="0" presStyleCnt="1">
        <dgm:presLayoutVars>
          <dgm:bulletEnabled val="1"/>
        </dgm:presLayoutVars>
      </dgm:prSet>
      <dgm:spPr/>
    </dgm:pt>
  </dgm:ptLst>
  <dgm:cxnLst>
    <dgm:cxn modelId="{96EB5F3C-E4C5-4E1A-839A-93D89BB43C88}" type="presOf" srcId="{75E67719-9AD3-4BE6-A2D8-5C85A5144A6C}" destId="{CE5CBF25-B41D-47EE-943C-D4227909F3A2}" srcOrd="0" destOrd="0" presId="urn:microsoft.com/office/officeart/2005/8/layout/vList3"/>
    <dgm:cxn modelId="{79CB8245-A39A-48DC-AB18-9D7877611C63}" type="presOf" srcId="{7C62DC55-00AB-4AD0-9429-DDF91FC5809E}" destId="{EAB2EEE3-590D-4C7C-A4AE-DF5305DAFF7B}" srcOrd="0" destOrd="0" presId="urn:microsoft.com/office/officeart/2005/8/layout/vList3"/>
    <dgm:cxn modelId="{2293BCB4-3145-4865-B241-81A383056A41}" srcId="{75E67719-9AD3-4BE6-A2D8-5C85A5144A6C}" destId="{7C62DC55-00AB-4AD0-9429-DDF91FC5809E}" srcOrd="0" destOrd="0" parTransId="{95131B07-00AB-48D3-A413-840233CF739E}" sibTransId="{073E78B7-957C-4F20-8175-501C21F59F1A}"/>
    <dgm:cxn modelId="{58F61FF5-15AC-4E0A-8E06-F038C077D792}" type="presParOf" srcId="{CE5CBF25-B41D-47EE-943C-D4227909F3A2}" destId="{0A25CBAE-452C-4C8B-A8D9-26514436546F}" srcOrd="0" destOrd="0" presId="urn:microsoft.com/office/officeart/2005/8/layout/vList3"/>
    <dgm:cxn modelId="{80BA46CE-075B-4B50-8BBA-FB53D8F0DC58}" type="presParOf" srcId="{0A25CBAE-452C-4C8B-A8D9-26514436546F}" destId="{954FA024-4F86-4E8A-A9CE-A773617DE14D}" srcOrd="0" destOrd="0" presId="urn:microsoft.com/office/officeart/2005/8/layout/vList3"/>
    <dgm:cxn modelId="{AFB72824-21A8-4CE0-BA81-3FB17850F950}" type="presParOf" srcId="{0A25CBAE-452C-4C8B-A8D9-26514436546F}" destId="{EAB2EEE3-590D-4C7C-A4AE-DF5305DAFF7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474A4D8-1ACE-451D-A1D0-C6E0B6CA0B9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11A2AA6-8387-4DC3-BA61-AEED959E9ABB}">
      <dgm:prSet/>
      <dgm:spPr/>
      <dgm:t>
        <a:bodyPr/>
        <a:lstStyle/>
        <a:p>
          <a:r>
            <a:rPr lang="en-US" b="1" dirty="0"/>
            <a:t>Conservative Portfolio</a:t>
          </a:r>
          <a:endParaRPr lang="en-IN" dirty="0"/>
        </a:p>
      </dgm:t>
    </dgm:pt>
    <dgm:pt modelId="{D167BA71-2728-4B69-B949-C4C6FD9CD388}" type="parTrans" cxnId="{93AEEE5B-5221-4A53-B7B6-FAC67B521882}">
      <dgm:prSet/>
      <dgm:spPr/>
      <dgm:t>
        <a:bodyPr/>
        <a:lstStyle/>
        <a:p>
          <a:endParaRPr lang="en-IN"/>
        </a:p>
      </dgm:t>
    </dgm:pt>
    <dgm:pt modelId="{278159AE-D0FF-4631-B993-B5E46E696C9E}" type="sibTrans" cxnId="{93AEEE5B-5221-4A53-B7B6-FAC67B521882}">
      <dgm:prSet/>
      <dgm:spPr/>
      <dgm:t>
        <a:bodyPr/>
        <a:lstStyle/>
        <a:p>
          <a:endParaRPr lang="en-IN"/>
        </a:p>
      </dgm:t>
    </dgm:pt>
    <dgm:pt modelId="{C719DDDB-7FF7-4C48-AF92-821E722721D5}">
      <dgm:prSet/>
      <dgm:spPr/>
      <dgm:t>
        <a:bodyPr/>
        <a:lstStyle/>
        <a:p>
          <a:r>
            <a:rPr lang="en-US" dirty="0"/>
            <a:t>Goal: Stable growth with lower risk</a:t>
          </a:r>
          <a:endParaRPr lang="en-IN" dirty="0"/>
        </a:p>
      </dgm:t>
    </dgm:pt>
    <dgm:pt modelId="{667CA645-A4FE-4DE7-8B16-8E445279AA99}" type="parTrans" cxnId="{DE4A8205-FAA2-4C67-861A-21A8DEFCEA40}">
      <dgm:prSet/>
      <dgm:spPr/>
      <dgm:t>
        <a:bodyPr/>
        <a:lstStyle/>
        <a:p>
          <a:endParaRPr lang="en-IN"/>
        </a:p>
      </dgm:t>
    </dgm:pt>
    <dgm:pt modelId="{C6042D40-395C-4902-86AC-815D5AD17D1A}" type="sibTrans" cxnId="{DE4A8205-FAA2-4C67-861A-21A8DEFCEA40}">
      <dgm:prSet/>
      <dgm:spPr/>
      <dgm:t>
        <a:bodyPr/>
        <a:lstStyle/>
        <a:p>
          <a:endParaRPr lang="en-IN"/>
        </a:p>
      </dgm:t>
    </dgm:pt>
    <dgm:pt modelId="{897A416B-8013-452D-B997-B078D5748C98}">
      <dgm:prSet/>
      <dgm:spPr/>
      <dgm:t>
        <a:bodyPr/>
        <a:lstStyle/>
        <a:p>
          <a:r>
            <a:rPr lang="en-US"/>
            <a:t>Stocks:</a:t>
          </a:r>
          <a:endParaRPr lang="en-IN"/>
        </a:p>
      </dgm:t>
    </dgm:pt>
    <dgm:pt modelId="{AEA2BEFF-4BC8-4403-B89B-4B434B2F6071}" type="parTrans" cxnId="{DDBE5A46-0D02-4ABC-9CFB-9018DFDCEB74}">
      <dgm:prSet/>
      <dgm:spPr/>
      <dgm:t>
        <a:bodyPr/>
        <a:lstStyle/>
        <a:p>
          <a:endParaRPr lang="en-IN"/>
        </a:p>
      </dgm:t>
    </dgm:pt>
    <dgm:pt modelId="{7209EF96-01DB-497F-AA07-01D1846E08A2}" type="sibTrans" cxnId="{DDBE5A46-0D02-4ABC-9CFB-9018DFDCEB74}">
      <dgm:prSet/>
      <dgm:spPr/>
      <dgm:t>
        <a:bodyPr/>
        <a:lstStyle/>
        <a:p>
          <a:endParaRPr lang="en-IN"/>
        </a:p>
      </dgm:t>
    </dgm:pt>
    <dgm:pt modelId="{C7602166-C203-4FD8-97B0-22CB2424B928}">
      <dgm:prSet/>
      <dgm:spPr/>
      <dgm:t>
        <a:bodyPr/>
        <a:lstStyle/>
        <a:p>
          <a:r>
            <a:rPr lang="en-US"/>
            <a:t>JNJ</a:t>
          </a:r>
          <a:endParaRPr lang="en-IN"/>
        </a:p>
      </dgm:t>
    </dgm:pt>
    <dgm:pt modelId="{61629DA8-9D45-4C94-9A84-A1E87404A79E}" type="parTrans" cxnId="{5EB3D021-140D-4980-A8A6-44E7F70F93F8}">
      <dgm:prSet/>
      <dgm:spPr/>
      <dgm:t>
        <a:bodyPr/>
        <a:lstStyle/>
        <a:p>
          <a:endParaRPr lang="en-IN"/>
        </a:p>
      </dgm:t>
    </dgm:pt>
    <dgm:pt modelId="{12F5F1B3-6954-4B33-95CB-754D2FA9863E}" type="sibTrans" cxnId="{5EB3D021-140D-4980-A8A6-44E7F70F93F8}">
      <dgm:prSet/>
      <dgm:spPr/>
      <dgm:t>
        <a:bodyPr/>
        <a:lstStyle/>
        <a:p>
          <a:endParaRPr lang="en-IN"/>
        </a:p>
      </dgm:t>
    </dgm:pt>
    <dgm:pt modelId="{C3F6084C-3F4B-4387-9AF8-8534DC5E2057}">
      <dgm:prSet/>
      <dgm:spPr/>
      <dgm:t>
        <a:bodyPr/>
        <a:lstStyle/>
        <a:p>
          <a:r>
            <a:rPr lang="en-US"/>
            <a:t>PFE</a:t>
          </a:r>
          <a:endParaRPr lang="en-IN"/>
        </a:p>
      </dgm:t>
    </dgm:pt>
    <dgm:pt modelId="{7C4BDC42-6E68-4AD3-BD51-D8B1BBD67780}" type="parTrans" cxnId="{57CC235A-CDA0-4D58-881A-92B4B15D0AD2}">
      <dgm:prSet/>
      <dgm:spPr/>
      <dgm:t>
        <a:bodyPr/>
        <a:lstStyle/>
        <a:p>
          <a:endParaRPr lang="en-IN"/>
        </a:p>
      </dgm:t>
    </dgm:pt>
    <dgm:pt modelId="{C2E18441-21F9-4F55-BEB1-3D41135E2047}" type="sibTrans" cxnId="{57CC235A-CDA0-4D58-881A-92B4B15D0AD2}">
      <dgm:prSet/>
      <dgm:spPr/>
      <dgm:t>
        <a:bodyPr/>
        <a:lstStyle/>
        <a:p>
          <a:endParaRPr lang="en-IN"/>
        </a:p>
      </dgm:t>
    </dgm:pt>
    <dgm:pt modelId="{317003A6-F620-4BEF-B546-12A1F10FEA63}">
      <dgm:prSet/>
      <dgm:spPr/>
      <dgm:t>
        <a:bodyPr/>
        <a:lstStyle/>
        <a:p>
          <a:r>
            <a:rPr lang="en-US"/>
            <a:t>MRK</a:t>
          </a:r>
          <a:endParaRPr lang="en-IN"/>
        </a:p>
      </dgm:t>
    </dgm:pt>
    <dgm:pt modelId="{2FB9A223-779B-43D8-9630-ACEC93C61B9D}" type="parTrans" cxnId="{880CA71F-FC2E-4E16-9D84-6447A494D44E}">
      <dgm:prSet/>
      <dgm:spPr/>
      <dgm:t>
        <a:bodyPr/>
        <a:lstStyle/>
        <a:p>
          <a:endParaRPr lang="en-IN"/>
        </a:p>
      </dgm:t>
    </dgm:pt>
    <dgm:pt modelId="{623AD5D3-0B03-4A7A-9FF0-06837D608B31}" type="sibTrans" cxnId="{880CA71F-FC2E-4E16-9D84-6447A494D44E}">
      <dgm:prSet/>
      <dgm:spPr/>
      <dgm:t>
        <a:bodyPr/>
        <a:lstStyle/>
        <a:p>
          <a:endParaRPr lang="en-IN"/>
        </a:p>
      </dgm:t>
    </dgm:pt>
    <dgm:pt modelId="{A616E49B-C4B0-4A8A-AB0C-4A91139702D6}">
      <dgm:prSet/>
      <dgm:spPr/>
      <dgm:t>
        <a:bodyPr/>
        <a:lstStyle/>
        <a:p>
          <a:r>
            <a:rPr lang="en-US"/>
            <a:t>UNH</a:t>
          </a:r>
          <a:endParaRPr lang="en-IN"/>
        </a:p>
      </dgm:t>
    </dgm:pt>
    <dgm:pt modelId="{4D8A42BD-A86A-492F-82E5-ADC0E9969519}" type="parTrans" cxnId="{FAA81D15-211B-4BBE-A5FD-32B2F60BD711}">
      <dgm:prSet/>
      <dgm:spPr/>
      <dgm:t>
        <a:bodyPr/>
        <a:lstStyle/>
        <a:p>
          <a:endParaRPr lang="en-IN"/>
        </a:p>
      </dgm:t>
    </dgm:pt>
    <dgm:pt modelId="{7A5BDFA6-4AE7-4FCB-85B2-CD1662E74ABC}" type="sibTrans" cxnId="{FAA81D15-211B-4BBE-A5FD-32B2F60BD711}">
      <dgm:prSet/>
      <dgm:spPr/>
      <dgm:t>
        <a:bodyPr/>
        <a:lstStyle/>
        <a:p>
          <a:endParaRPr lang="en-IN"/>
        </a:p>
      </dgm:t>
    </dgm:pt>
    <dgm:pt modelId="{F6774324-B99E-4FDA-9CAA-6CCB28911146}">
      <dgm:prSet/>
      <dgm:spPr/>
      <dgm:t>
        <a:bodyPr/>
        <a:lstStyle/>
        <a:p>
          <a:r>
            <a:rPr lang="en-US"/>
            <a:t>MSFT</a:t>
          </a:r>
          <a:endParaRPr lang="en-IN"/>
        </a:p>
      </dgm:t>
    </dgm:pt>
    <dgm:pt modelId="{F9218E5E-D55A-4095-89D7-53178C302BD4}" type="parTrans" cxnId="{0C97D1AA-2551-4AF9-96BC-F0189364C83A}">
      <dgm:prSet/>
      <dgm:spPr/>
      <dgm:t>
        <a:bodyPr/>
        <a:lstStyle/>
        <a:p>
          <a:endParaRPr lang="en-IN"/>
        </a:p>
      </dgm:t>
    </dgm:pt>
    <dgm:pt modelId="{96664D2C-9312-4A10-AB48-46EA607538D0}" type="sibTrans" cxnId="{0C97D1AA-2551-4AF9-96BC-F0189364C83A}">
      <dgm:prSet/>
      <dgm:spPr/>
      <dgm:t>
        <a:bodyPr/>
        <a:lstStyle/>
        <a:p>
          <a:endParaRPr lang="en-IN"/>
        </a:p>
      </dgm:t>
    </dgm:pt>
    <dgm:pt modelId="{F015A02B-6FDE-4CC8-9562-EE3C1F67D893}">
      <dgm:prSet/>
      <dgm:spPr/>
      <dgm:t>
        <a:bodyPr/>
        <a:lstStyle/>
        <a:p>
          <a:r>
            <a:rPr lang="en-US" dirty="0"/>
            <a:t>Focus:</a:t>
          </a:r>
          <a:endParaRPr lang="en-IN" dirty="0"/>
        </a:p>
      </dgm:t>
    </dgm:pt>
    <dgm:pt modelId="{B9A42B42-227B-48CD-9409-CDCE27A27462}" type="parTrans" cxnId="{B30AE94B-E937-49BE-B4D3-A810D5D4F06A}">
      <dgm:prSet/>
      <dgm:spPr/>
      <dgm:t>
        <a:bodyPr/>
        <a:lstStyle/>
        <a:p>
          <a:endParaRPr lang="en-IN"/>
        </a:p>
      </dgm:t>
    </dgm:pt>
    <dgm:pt modelId="{213CBDB2-03C9-40E6-B85E-40A7F22439A9}" type="sibTrans" cxnId="{B30AE94B-E937-49BE-B4D3-A810D5D4F06A}">
      <dgm:prSet/>
      <dgm:spPr/>
      <dgm:t>
        <a:bodyPr/>
        <a:lstStyle/>
        <a:p>
          <a:endParaRPr lang="en-IN"/>
        </a:p>
      </dgm:t>
    </dgm:pt>
    <dgm:pt modelId="{9D35281D-FFB8-4043-894E-D7872F633672}">
      <dgm:prSet/>
      <dgm:spPr/>
      <dgm:t>
        <a:bodyPr/>
        <a:lstStyle/>
        <a:p>
          <a:r>
            <a:rPr lang="en-IN" b="1" dirty="0"/>
            <a:t>Aggressive Portfolio</a:t>
          </a:r>
          <a:endParaRPr lang="en-IN" dirty="0"/>
        </a:p>
      </dgm:t>
    </dgm:pt>
    <dgm:pt modelId="{355FFE25-FE6D-4A32-B545-BB161EB10FBE}" type="parTrans" cxnId="{47EBE135-024D-46B2-BFB1-ED74C116CB8D}">
      <dgm:prSet/>
      <dgm:spPr/>
      <dgm:t>
        <a:bodyPr/>
        <a:lstStyle/>
        <a:p>
          <a:endParaRPr lang="en-IN"/>
        </a:p>
      </dgm:t>
    </dgm:pt>
    <dgm:pt modelId="{F2107FE8-0A29-4FBD-95C2-A35076D592CC}" type="sibTrans" cxnId="{47EBE135-024D-46B2-BFB1-ED74C116CB8D}">
      <dgm:prSet/>
      <dgm:spPr/>
      <dgm:t>
        <a:bodyPr/>
        <a:lstStyle/>
        <a:p>
          <a:endParaRPr lang="en-IN"/>
        </a:p>
      </dgm:t>
    </dgm:pt>
    <dgm:pt modelId="{51C3E035-AD7D-4B2D-8C00-7FD6E62E2A79}">
      <dgm:prSet/>
      <dgm:spPr/>
      <dgm:t>
        <a:bodyPr/>
        <a:lstStyle/>
        <a:p>
          <a:r>
            <a:rPr lang="en-IN" dirty="0"/>
            <a:t>Goal: Maximize return</a:t>
          </a:r>
        </a:p>
      </dgm:t>
    </dgm:pt>
    <dgm:pt modelId="{20100B02-4021-4024-B2DC-E78C0E271903}" type="parTrans" cxnId="{B12329A1-8C6D-4789-81AC-42FD597F038E}">
      <dgm:prSet/>
      <dgm:spPr/>
      <dgm:t>
        <a:bodyPr/>
        <a:lstStyle/>
        <a:p>
          <a:endParaRPr lang="en-IN"/>
        </a:p>
      </dgm:t>
    </dgm:pt>
    <dgm:pt modelId="{274360B8-FA5E-44A0-85B8-D9A49C81F26B}" type="sibTrans" cxnId="{B12329A1-8C6D-4789-81AC-42FD597F038E}">
      <dgm:prSet/>
      <dgm:spPr/>
      <dgm:t>
        <a:bodyPr/>
        <a:lstStyle/>
        <a:p>
          <a:endParaRPr lang="en-IN"/>
        </a:p>
      </dgm:t>
    </dgm:pt>
    <dgm:pt modelId="{D20AA592-259A-4FF9-B8B9-DAC2D67B48C4}">
      <dgm:prSet/>
      <dgm:spPr/>
      <dgm:t>
        <a:bodyPr/>
        <a:lstStyle/>
        <a:p>
          <a:r>
            <a:rPr lang="en-IN"/>
            <a:t>Stocks:</a:t>
          </a:r>
        </a:p>
      </dgm:t>
    </dgm:pt>
    <dgm:pt modelId="{5B11E18F-E0EA-498B-AD67-F3DFBEB91E93}" type="parTrans" cxnId="{E62A8790-0914-4A2B-9170-8945781BE0A9}">
      <dgm:prSet/>
      <dgm:spPr/>
      <dgm:t>
        <a:bodyPr/>
        <a:lstStyle/>
        <a:p>
          <a:endParaRPr lang="en-IN"/>
        </a:p>
      </dgm:t>
    </dgm:pt>
    <dgm:pt modelId="{2F524E2C-82DE-4CA3-B737-368D4EB5F701}" type="sibTrans" cxnId="{E62A8790-0914-4A2B-9170-8945781BE0A9}">
      <dgm:prSet/>
      <dgm:spPr/>
      <dgm:t>
        <a:bodyPr/>
        <a:lstStyle/>
        <a:p>
          <a:endParaRPr lang="en-IN"/>
        </a:p>
      </dgm:t>
    </dgm:pt>
    <dgm:pt modelId="{CAB5AB4F-59B7-4E7E-B586-EA22258A1221}">
      <dgm:prSet/>
      <dgm:spPr/>
      <dgm:t>
        <a:bodyPr/>
        <a:lstStyle/>
        <a:p>
          <a:r>
            <a:rPr lang="en-IN"/>
            <a:t>AMZN</a:t>
          </a:r>
        </a:p>
      </dgm:t>
    </dgm:pt>
    <dgm:pt modelId="{A4E37116-2223-4C41-BC63-751AE0C25637}" type="parTrans" cxnId="{543E053D-A13E-43F6-B6E1-BEE4F36A193C}">
      <dgm:prSet/>
      <dgm:spPr/>
      <dgm:t>
        <a:bodyPr/>
        <a:lstStyle/>
        <a:p>
          <a:endParaRPr lang="en-IN"/>
        </a:p>
      </dgm:t>
    </dgm:pt>
    <dgm:pt modelId="{B9E86B20-51CA-46A4-BC03-06176C05926D}" type="sibTrans" cxnId="{543E053D-A13E-43F6-B6E1-BEE4F36A193C}">
      <dgm:prSet/>
      <dgm:spPr/>
      <dgm:t>
        <a:bodyPr/>
        <a:lstStyle/>
        <a:p>
          <a:endParaRPr lang="en-IN"/>
        </a:p>
      </dgm:t>
    </dgm:pt>
    <dgm:pt modelId="{19C22790-B2D3-457D-AFCC-14CFAC820046}">
      <dgm:prSet/>
      <dgm:spPr/>
      <dgm:t>
        <a:bodyPr/>
        <a:lstStyle/>
        <a:p>
          <a:r>
            <a:rPr lang="en-IN"/>
            <a:t>AAPL</a:t>
          </a:r>
        </a:p>
      </dgm:t>
    </dgm:pt>
    <dgm:pt modelId="{B389C589-0849-44DF-AFE0-6D3AC8985704}" type="parTrans" cxnId="{72DE58AF-2367-47E5-AFE3-D84F8FE778A1}">
      <dgm:prSet/>
      <dgm:spPr/>
      <dgm:t>
        <a:bodyPr/>
        <a:lstStyle/>
        <a:p>
          <a:endParaRPr lang="en-IN"/>
        </a:p>
      </dgm:t>
    </dgm:pt>
    <dgm:pt modelId="{37870279-F1D0-41D2-8A70-CAF6051CA488}" type="sibTrans" cxnId="{72DE58AF-2367-47E5-AFE3-D84F8FE778A1}">
      <dgm:prSet/>
      <dgm:spPr/>
      <dgm:t>
        <a:bodyPr/>
        <a:lstStyle/>
        <a:p>
          <a:endParaRPr lang="en-IN"/>
        </a:p>
      </dgm:t>
    </dgm:pt>
    <dgm:pt modelId="{2751DC99-E065-4453-BF33-666384701F6C}">
      <dgm:prSet/>
      <dgm:spPr/>
      <dgm:t>
        <a:bodyPr/>
        <a:lstStyle/>
        <a:p>
          <a:r>
            <a:rPr lang="en-IN"/>
            <a:t>MSFT</a:t>
          </a:r>
        </a:p>
      </dgm:t>
    </dgm:pt>
    <dgm:pt modelId="{B100371D-54AA-4248-99C3-2F579429E919}" type="parTrans" cxnId="{99299E5E-D71D-444D-8EB6-79B3D3453784}">
      <dgm:prSet/>
      <dgm:spPr/>
      <dgm:t>
        <a:bodyPr/>
        <a:lstStyle/>
        <a:p>
          <a:endParaRPr lang="en-IN"/>
        </a:p>
      </dgm:t>
    </dgm:pt>
    <dgm:pt modelId="{2D236D95-016B-4B81-A93E-4272A11FE07E}" type="sibTrans" cxnId="{99299E5E-D71D-444D-8EB6-79B3D3453784}">
      <dgm:prSet/>
      <dgm:spPr/>
      <dgm:t>
        <a:bodyPr/>
        <a:lstStyle/>
        <a:p>
          <a:endParaRPr lang="en-IN"/>
        </a:p>
      </dgm:t>
    </dgm:pt>
    <dgm:pt modelId="{D76DE073-3FFC-4468-8D99-B018077B5E94}">
      <dgm:prSet/>
      <dgm:spPr/>
      <dgm:t>
        <a:bodyPr/>
        <a:lstStyle/>
        <a:p>
          <a:r>
            <a:rPr lang="en-IN"/>
            <a:t>ALGT</a:t>
          </a:r>
        </a:p>
      </dgm:t>
    </dgm:pt>
    <dgm:pt modelId="{AB5F1675-7D13-4F71-B1AF-2AD3C2C37D25}" type="parTrans" cxnId="{901C4FE0-CADE-4AA7-BB08-073E38B4A1DE}">
      <dgm:prSet/>
      <dgm:spPr/>
      <dgm:t>
        <a:bodyPr/>
        <a:lstStyle/>
        <a:p>
          <a:endParaRPr lang="en-IN"/>
        </a:p>
      </dgm:t>
    </dgm:pt>
    <dgm:pt modelId="{F38635F1-A4A0-40EA-91A3-E2DA34C5750D}" type="sibTrans" cxnId="{901C4FE0-CADE-4AA7-BB08-073E38B4A1DE}">
      <dgm:prSet/>
      <dgm:spPr/>
      <dgm:t>
        <a:bodyPr/>
        <a:lstStyle/>
        <a:p>
          <a:endParaRPr lang="en-IN"/>
        </a:p>
      </dgm:t>
    </dgm:pt>
    <dgm:pt modelId="{004A2ACB-F4E5-407E-AE7C-A723C50C7414}">
      <dgm:prSet/>
      <dgm:spPr/>
      <dgm:t>
        <a:bodyPr/>
        <a:lstStyle/>
        <a:p>
          <a:r>
            <a:rPr lang="en-IN"/>
            <a:t>UNH</a:t>
          </a:r>
        </a:p>
      </dgm:t>
    </dgm:pt>
    <dgm:pt modelId="{93C4E8F4-FEAA-41DB-BB60-F36ADF9CD0E7}" type="parTrans" cxnId="{9F922752-81C0-4628-A8FA-83B16938E9EC}">
      <dgm:prSet/>
      <dgm:spPr/>
      <dgm:t>
        <a:bodyPr/>
        <a:lstStyle/>
        <a:p>
          <a:endParaRPr lang="en-IN"/>
        </a:p>
      </dgm:t>
    </dgm:pt>
    <dgm:pt modelId="{A04D7F42-58B3-4CF7-866B-090E6FCC3DA1}" type="sibTrans" cxnId="{9F922752-81C0-4628-A8FA-83B16938E9EC}">
      <dgm:prSet/>
      <dgm:spPr/>
      <dgm:t>
        <a:bodyPr/>
        <a:lstStyle/>
        <a:p>
          <a:endParaRPr lang="en-IN"/>
        </a:p>
      </dgm:t>
    </dgm:pt>
    <dgm:pt modelId="{3D5C8EDB-6D23-4BFE-B4D3-A0FB5B5F2A37}">
      <dgm:prSet/>
      <dgm:spPr/>
      <dgm:t>
        <a:bodyPr/>
        <a:lstStyle/>
        <a:p>
          <a:r>
            <a:rPr lang="en-IN"/>
            <a:t>Focus:</a:t>
          </a:r>
        </a:p>
      </dgm:t>
    </dgm:pt>
    <dgm:pt modelId="{7108E2B7-CB7E-4D91-9FE8-E2504399D393}" type="parTrans" cxnId="{B0F70D9A-74F3-4B00-B789-E04DE33439E2}">
      <dgm:prSet/>
      <dgm:spPr/>
      <dgm:t>
        <a:bodyPr/>
        <a:lstStyle/>
        <a:p>
          <a:endParaRPr lang="en-IN"/>
        </a:p>
      </dgm:t>
    </dgm:pt>
    <dgm:pt modelId="{AAA62A27-A55E-4D57-B1E7-90FD004C009C}" type="sibTrans" cxnId="{B0F70D9A-74F3-4B00-B789-E04DE33439E2}">
      <dgm:prSet/>
      <dgm:spPr/>
      <dgm:t>
        <a:bodyPr/>
        <a:lstStyle/>
        <a:p>
          <a:endParaRPr lang="en-IN"/>
        </a:p>
      </dgm:t>
    </dgm:pt>
    <dgm:pt modelId="{FFE30944-E031-46CC-9987-6862F8CED4ED}">
      <dgm:prSet/>
      <dgm:spPr/>
      <dgm:t>
        <a:bodyPr/>
        <a:lstStyle/>
        <a:p>
          <a:r>
            <a:rPr lang="en-IN"/>
            <a:t>Technology growth</a:t>
          </a:r>
        </a:p>
      </dgm:t>
    </dgm:pt>
    <dgm:pt modelId="{C192251E-7B37-4723-9213-595D9D596BC2}" type="parTrans" cxnId="{341408B6-C253-4E78-9221-BD79B5B157BE}">
      <dgm:prSet/>
      <dgm:spPr/>
      <dgm:t>
        <a:bodyPr/>
        <a:lstStyle/>
        <a:p>
          <a:endParaRPr lang="en-IN"/>
        </a:p>
      </dgm:t>
    </dgm:pt>
    <dgm:pt modelId="{93E73C20-45FD-4C8F-9A38-D16761899FFA}" type="sibTrans" cxnId="{341408B6-C253-4E78-9221-BD79B5B157BE}">
      <dgm:prSet/>
      <dgm:spPr/>
      <dgm:t>
        <a:bodyPr/>
        <a:lstStyle/>
        <a:p>
          <a:endParaRPr lang="en-IN"/>
        </a:p>
      </dgm:t>
    </dgm:pt>
    <dgm:pt modelId="{7688F465-276E-4AAF-BDFC-20B9F1371DC0}">
      <dgm:prSet/>
      <dgm:spPr/>
      <dgm:t>
        <a:bodyPr/>
        <a:lstStyle/>
        <a:p>
          <a:r>
            <a:rPr lang="en-IN"/>
            <a:t>Momentum investing</a:t>
          </a:r>
        </a:p>
      </dgm:t>
    </dgm:pt>
    <dgm:pt modelId="{83FBBDF5-3487-4D36-9F1E-87D49C8DB1D6}" type="parTrans" cxnId="{4D4F79EE-9965-456D-ACAD-328E353D854B}">
      <dgm:prSet/>
      <dgm:spPr/>
      <dgm:t>
        <a:bodyPr/>
        <a:lstStyle/>
        <a:p>
          <a:endParaRPr lang="en-IN"/>
        </a:p>
      </dgm:t>
    </dgm:pt>
    <dgm:pt modelId="{6745072C-0187-4D98-AD37-195D299B840F}" type="sibTrans" cxnId="{4D4F79EE-9965-456D-ACAD-328E353D854B}">
      <dgm:prSet/>
      <dgm:spPr/>
      <dgm:t>
        <a:bodyPr/>
        <a:lstStyle/>
        <a:p>
          <a:endParaRPr lang="en-IN"/>
        </a:p>
      </dgm:t>
    </dgm:pt>
    <dgm:pt modelId="{49000759-BADD-44FC-9A08-5C966DE428EC}">
      <dgm:prSet/>
      <dgm:spPr/>
      <dgm:t>
        <a:bodyPr/>
        <a:lstStyle/>
        <a:p>
          <a:r>
            <a:rPr lang="en-IN"/>
            <a:t>Higher risk tolerance</a:t>
          </a:r>
        </a:p>
      </dgm:t>
    </dgm:pt>
    <dgm:pt modelId="{ED41C59C-74BF-4A0A-A593-2AF23115CE00}" type="parTrans" cxnId="{B227D6D2-6B64-4812-AA7D-65C595F60D75}">
      <dgm:prSet/>
      <dgm:spPr/>
      <dgm:t>
        <a:bodyPr/>
        <a:lstStyle/>
        <a:p>
          <a:endParaRPr lang="en-IN"/>
        </a:p>
      </dgm:t>
    </dgm:pt>
    <dgm:pt modelId="{C9B17739-4552-4E94-9C51-94FD743D9CD4}" type="sibTrans" cxnId="{B227D6D2-6B64-4812-AA7D-65C595F60D75}">
      <dgm:prSet/>
      <dgm:spPr/>
      <dgm:t>
        <a:bodyPr/>
        <a:lstStyle/>
        <a:p>
          <a:endParaRPr lang="en-IN"/>
        </a:p>
      </dgm:t>
    </dgm:pt>
    <dgm:pt modelId="{93A0C55A-88C3-4453-91F6-F5CB11A7479D}">
      <dgm:prSet/>
      <dgm:spPr/>
      <dgm:t>
        <a:bodyPr/>
        <a:lstStyle/>
        <a:p>
          <a:r>
            <a:rPr lang="en-US" dirty="0"/>
            <a:t>Healthcare stability</a:t>
          </a:r>
          <a:endParaRPr lang="en-IN" dirty="0"/>
        </a:p>
      </dgm:t>
    </dgm:pt>
    <dgm:pt modelId="{5BC8FA46-E016-4E34-8464-2220B44D9A27}" type="parTrans" cxnId="{0DC5C844-1C89-49BD-A6A7-8A03C5D9423E}">
      <dgm:prSet/>
      <dgm:spPr/>
      <dgm:t>
        <a:bodyPr/>
        <a:lstStyle/>
        <a:p>
          <a:endParaRPr lang="en-IN"/>
        </a:p>
      </dgm:t>
    </dgm:pt>
    <dgm:pt modelId="{83C9FF20-A858-4841-BEFB-252FEA1B4757}" type="sibTrans" cxnId="{0DC5C844-1C89-49BD-A6A7-8A03C5D9423E}">
      <dgm:prSet/>
      <dgm:spPr/>
      <dgm:t>
        <a:bodyPr/>
        <a:lstStyle/>
        <a:p>
          <a:endParaRPr lang="en-IN"/>
        </a:p>
      </dgm:t>
    </dgm:pt>
    <dgm:pt modelId="{F629480E-CFEF-4752-984B-B52FD6E42844}">
      <dgm:prSet/>
      <dgm:spPr/>
      <dgm:t>
        <a:bodyPr/>
        <a:lstStyle/>
        <a:p>
          <a:r>
            <a:rPr lang="en-US" dirty="0"/>
            <a:t>Strong risk-adjusted returns</a:t>
          </a:r>
          <a:endParaRPr lang="en-IN" dirty="0"/>
        </a:p>
      </dgm:t>
    </dgm:pt>
    <dgm:pt modelId="{E46379BF-2CFA-489D-9BB4-058680BDE600}" type="parTrans" cxnId="{3C75C465-D688-46F9-8FA7-752612F9EF67}">
      <dgm:prSet/>
      <dgm:spPr/>
      <dgm:t>
        <a:bodyPr/>
        <a:lstStyle/>
        <a:p>
          <a:endParaRPr lang="en-IN"/>
        </a:p>
      </dgm:t>
    </dgm:pt>
    <dgm:pt modelId="{D5B6C4FE-2E44-4305-BFE7-06217842001C}" type="sibTrans" cxnId="{3C75C465-D688-46F9-8FA7-752612F9EF67}">
      <dgm:prSet/>
      <dgm:spPr/>
      <dgm:t>
        <a:bodyPr/>
        <a:lstStyle/>
        <a:p>
          <a:endParaRPr lang="en-IN"/>
        </a:p>
      </dgm:t>
    </dgm:pt>
    <dgm:pt modelId="{2D3111D7-1BBA-4610-9588-946E9887ABC6}">
      <dgm:prSet/>
      <dgm:spPr/>
      <dgm:t>
        <a:bodyPr/>
        <a:lstStyle/>
        <a:p>
          <a:r>
            <a:rPr lang="en-US" dirty="0"/>
            <a:t>Lower volatility</a:t>
          </a:r>
          <a:endParaRPr lang="en-IN" dirty="0"/>
        </a:p>
      </dgm:t>
    </dgm:pt>
    <dgm:pt modelId="{5572057A-A92C-4E13-99DA-8CF85C49F85B}" type="parTrans" cxnId="{DA7DAA60-AF4D-4796-A077-68B7CA7D1E53}">
      <dgm:prSet/>
      <dgm:spPr/>
      <dgm:t>
        <a:bodyPr/>
        <a:lstStyle/>
        <a:p>
          <a:endParaRPr lang="en-IN"/>
        </a:p>
      </dgm:t>
    </dgm:pt>
    <dgm:pt modelId="{4A872022-4B44-4D01-ACC1-DBD912D2ECC1}" type="sibTrans" cxnId="{DA7DAA60-AF4D-4796-A077-68B7CA7D1E53}">
      <dgm:prSet/>
      <dgm:spPr/>
      <dgm:t>
        <a:bodyPr/>
        <a:lstStyle/>
        <a:p>
          <a:endParaRPr lang="en-IN"/>
        </a:p>
      </dgm:t>
    </dgm:pt>
    <dgm:pt modelId="{0394DAF3-0941-4DB9-AB86-A0F910276D66}" type="pres">
      <dgm:prSet presAssocID="{1474A4D8-1ACE-451D-A1D0-C6E0B6CA0B9E}" presName="Name0" presStyleCnt="0">
        <dgm:presLayoutVars>
          <dgm:dir/>
          <dgm:animLvl val="lvl"/>
          <dgm:resizeHandles val="exact"/>
        </dgm:presLayoutVars>
      </dgm:prSet>
      <dgm:spPr/>
    </dgm:pt>
    <dgm:pt modelId="{77E27F55-B7DD-4BCB-B661-BBDD038052FD}" type="pres">
      <dgm:prSet presAssocID="{511A2AA6-8387-4DC3-BA61-AEED959E9ABB}" presName="composite" presStyleCnt="0"/>
      <dgm:spPr/>
    </dgm:pt>
    <dgm:pt modelId="{AF1030ED-555B-407C-8D5C-801B1C1B5CD1}" type="pres">
      <dgm:prSet presAssocID="{511A2AA6-8387-4DC3-BA61-AEED959E9ABB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AC4B025-FDE8-4AE2-A4CC-D1C04A8C3250}" type="pres">
      <dgm:prSet presAssocID="{511A2AA6-8387-4DC3-BA61-AEED959E9ABB}" presName="desTx" presStyleLbl="alignAccFollowNode1" presStyleIdx="0" presStyleCnt="2">
        <dgm:presLayoutVars>
          <dgm:bulletEnabled val="1"/>
        </dgm:presLayoutVars>
      </dgm:prSet>
      <dgm:spPr/>
    </dgm:pt>
    <dgm:pt modelId="{910BA048-2115-4685-AEBD-EA160DE14B3B}" type="pres">
      <dgm:prSet presAssocID="{278159AE-D0FF-4631-B993-B5E46E696C9E}" presName="space" presStyleCnt="0"/>
      <dgm:spPr/>
    </dgm:pt>
    <dgm:pt modelId="{FFA86125-16FB-480A-A20B-D4A99854276D}" type="pres">
      <dgm:prSet presAssocID="{9D35281D-FFB8-4043-894E-D7872F633672}" presName="composite" presStyleCnt="0"/>
      <dgm:spPr/>
    </dgm:pt>
    <dgm:pt modelId="{3704774A-E98B-4E87-83FE-07C5FCE21B79}" type="pres">
      <dgm:prSet presAssocID="{9D35281D-FFB8-4043-894E-D7872F63367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F03D497-FB4E-45C8-B232-02E00015D199}" type="pres">
      <dgm:prSet presAssocID="{9D35281D-FFB8-4043-894E-D7872F63367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4A8205-FAA2-4C67-861A-21A8DEFCEA40}" srcId="{511A2AA6-8387-4DC3-BA61-AEED959E9ABB}" destId="{C719DDDB-7FF7-4C48-AF92-821E722721D5}" srcOrd="0" destOrd="0" parTransId="{667CA645-A4FE-4DE7-8B16-8E445279AA99}" sibTransId="{C6042D40-395C-4902-86AC-815D5AD17D1A}"/>
    <dgm:cxn modelId="{1ABEC40A-FDBB-4B35-BEA5-F297510BE918}" type="presOf" srcId="{FFE30944-E031-46CC-9987-6862F8CED4ED}" destId="{7F03D497-FB4E-45C8-B232-02E00015D199}" srcOrd="0" destOrd="8" presId="urn:microsoft.com/office/officeart/2005/8/layout/hList1"/>
    <dgm:cxn modelId="{9CC6B40E-7915-46B3-80C8-1BA7C5261688}" type="presOf" srcId="{F015A02B-6FDE-4CC8-9562-EE3C1F67D893}" destId="{1AC4B025-FDE8-4AE2-A4CC-D1C04A8C3250}" srcOrd="0" destOrd="7" presId="urn:microsoft.com/office/officeart/2005/8/layout/hList1"/>
    <dgm:cxn modelId="{FAA81D15-211B-4BBE-A5FD-32B2F60BD711}" srcId="{897A416B-8013-452D-B997-B078D5748C98}" destId="{A616E49B-C4B0-4A8A-AB0C-4A91139702D6}" srcOrd="3" destOrd="0" parTransId="{4D8A42BD-A86A-492F-82E5-ADC0E9969519}" sibTransId="{7A5BDFA6-4AE7-4FCB-85B2-CD1662E74ABC}"/>
    <dgm:cxn modelId="{05204B17-7575-4471-BAD7-BBB934C04FE8}" type="presOf" srcId="{51C3E035-AD7D-4B2D-8C00-7FD6E62E2A79}" destId="{7F03D497-FB4E-45C8-B232-02E00015D199}" srcOrd="0" destOrd="0" presId="urn:microsoft.com/office/officeart/2005/8/layout/hList1"/>
    <dgm:cxn modelId="{13E9F51B-728A-4BFE-9BE9-C0C6A3E31AB6}" type="presOf" srcId="{897A416B-8013-452D-B997-B078D5748C98}" destId="{1AC4B025-FDE8-4AE2-A4CC-D1C04A8C3250}" srcOrd="0" destOrd="1" presId="urn:microsoft.com/office/officeart/2005/8/layout/hList1"/>
    <dgm:cxn modelId="{880CA71F-FC2E-4E16-9D84-6447A494D44E}" srcId="{897A416B-8013-452D-B997-B078D5748C98}" destId="{317003A6-F620-4BEF-B546-12A1F10FEA63}" srcOrd="2" destOrd="0" parTransId="{2FB9A223-779B-43D8-9630-ACEC93C61B9D}" sibTransId="{623AD5D3-0B03-4A7A-9FF0-06837D608B31}"/>
    <dgm:cxn modelId="{5EB3D021-140D-4980-A8A6-44E7F70F93F8}" srcId="{897A416B-8013-452D-B997-B078D5748C98}" destId="{C7602166-C203-4FD8-97B0-22CB2424B928}" srcOrd="0" destOrd="0" parTransId="{61629DA8-9D45-4C94-9A84-A1E87404A79E}" sibTransId="{12F5F1B3-6954-4B33-95CB-754D2FA9863E}"/>
    <dgm:cxn modelId="{C9A96B25-00C3-48E0-8A19-01E3A23CC839}" type="presOf" srcId="{C719DDDB-7FF7-4C48-AF92-821E722721D5}" destId="{1AC4B025-FDE8-4AE2-A4CC-D1C04A8C3250}" srcOrd="0" destOrd="0" presId="urn:microsoft.com/office/officeart/2005/8/layout/hList1"/>
    <dgm:cxn modelId="{E1171526-6571-4296-A956-421CA1A9A779}" type="presOf" srcId="{D20AA592-259A-4FF9-B8B9-DAC2D67B48C4}" destId="{7F03D497-FB4E-45C8-B232-02E00015D199}" srcOrd="0" destOrd="1" presId="urn:microsoft.com/office/officeart/2005/8/layout/hList1"/>
    <dgm:cxn modelId="{09CCC42F-8784-4EBB-A7AC-8A1C50235F48}" type="presOf" srcId="{C3F6084C-3F4B-4387-9AF8-8534DC5E2057}" destId="{1AC4B025-FDE8-4AE2-A4CC-D1C04A8C3250}" srcOrd="0" destOrd="3" presId="urn:microsoft.com/office/officeart/2005/8/layout/hList1"/>
    <dgm:cxn modelId="{47EBE135-024D-46B2-BFB1-ED74C116CB8D}" srcId="{1474A4D8-1ACE-451D-A1D0-C6E0B6CA0B9E}" destId="{9D35281D-FFB8-4043-894E-D7872F633672}" srcOrd="1" destOrd="0" parTransId="{355FFE25-FE6D-4A32-B545-BB161EB10FBE}" sibTransId="{F2107FE8-0A29-4FBD-95C2-A35076D592CC}"/>
    <dgm:cxn modelId="{543E053D-A13E-43F6-B6E1-BEE4F36A193C}" srcId="{D20AA592-259A-4FF9-B8B9-DAC2D67B48C4}" destId="{CAB5AB4F-59B7-4E7E-B586-EA22258A1221}" srcOrd="0" destOrd="0" parTransId="{A4E37116-2223-4C41-BC63-751AE0C25637}" sibTransId="{B9E86B20-51CA-46A4-BC03-06176C05926D}"/>
    <dgm:cxn modelId="{93AEEE5B-5221-4A53-B7B6-FAC67B521882}" srcId="{1474A4D8-1ACE-451D-A1D0-C6E0B6CA0B9E}" destId="{511A2AA6-8387-4DC3-BA61-AEED959E9ABB}" srcOrd="0" destOrd="0" parTransId="{D167BA71-2728-4B69-B949-C4C6FD9CD388}" sibTransId="{278159AE-D0FF-4631-B993-B5E46E696C9E}"/>
    <dgm:cxn modelId="{BE00D25D-03C4-4DD0-9992-C85BCF271385}" type="presOf" srcId="{1474A4D8-1ACE-451D-A1D0-C6E0B6CA0B9E}" destId="{0394DAF3-0941-4DB9-AB86-A0F910276D66}" srcOrd="0" destOrd="0" presId="urn:microsoft.com/office/officeart/2005/8/layout/hList1"/>
    <dgm:cxn modelId="{99299E5E-D71D-444D-8EB6-79B3D3453784}" srcId="{D20AA592-259A-4FF9-B8B9-DAC2D67B48C4}" destId="{2751DC99-E065-4453-BF33-666384701F6C}" srcOrd="2" destOrd="0" parTransId="{B100371D-54AA-4248-99C3-2F579429E919}" sibTransId="{2D236D95-016B-4B81-A93E-4272A11FE07E}"/>
    <dgm:cxn modelId="{DA7DAA60-AF4D-4796-A077-68B7CA7D1E53}" srcId="{F015A02B-6FDE-4CC8-9562-EE3C1F67D893}" destId="{2D3111D7-1BBA-4610-9588-946E9887ABC6}" srcOrd="2" destOrd="0" parTransId="{5572057A-A92C-4E13-99DA-8CF85C49F85B}" sibTransId="{4A872022-4B44-4D01-ACC1-DBD912D2ECC1}"/>
    <dgm:cxn modelId="{751F4C43-4F69-4C6E-8DA5-852F4BE54151}" type="presOf" srcId="{317003A6-F620-4BEF-B546-12A1F10FEA63}" destId="{1AC4B025-FDE8-4AE2-A4CC-D1C04A8C3250}" srcOrd="0" destOrd="4" presId="urn:microsoft.com/office/officeart/2005/8/layout/hList1"/>
    <dgm:cxn modelId="{0DC5C844-1C89-49BD-A6A7-8A03C5D9423E}" srcId="{F015A02B-6FDE-4CC8-9562-EE3C1F67D893}" destId="{93A0C55A-88C3-4453-91F6-F5CB11A7479D}" srcOrd="0" destOrd="0" parTransId="{5BC8FA46-E016-4E34-8464-2220B44D9A27}" sibTransId="{83C9FF20-A858-4841-BEFB-252FEA1B4757}"/>
    <dgm:cxn modelId="{51E25D65-CF35-4606-880D-2CA8B3609B34}" type="presOf" srcId="{19C22790-B2D3-457D-AFCC-14CFAC820046}" destId="{7F03D497-FB4E-45C8-B232-02E00015D199}" srcOrd="0" destOrd="3" presId="urn:microsoft.com/office/officeart/2005/8/layout/hList1"/>
    <dgm:cxn modelId="{3C75C465-D688-46F9-8FA7-752612F9EF67}" srcId="{F015A02B-6FDE-4CC8-9562-EE3C1F67D893}" destId="{F629480E-CFEF-4752-984B-B52FD6E42844}" srcOrd="1" destOrd="0" parTransId="{E46379BF-2CFA-489D-9BB4-058680BDE600}" sibTransId="{D5B6C4FE-2E44-4305-BFE7-06217842001C}"/>
    <dgm:cxn modelId="{DDBE5A46-0D02-4ABC-9CFB-9018DFDCEB74}" srcId="{511A2AA6-8387-4DC3-BA61-AEED959E9ABB}" destId="{897A416B-8013-452D-B997-B078D5748C98}" srcOrd="1" destOrd="0" parTransId="{AEA2BEFF-4BC8-4403-B89B-4B434B2F6071}" sibTransId="{7209EF96-01DB-497F-AA07-01D1846E08A2}"/>
    <dgm:cxn modelId="{B30AE94B-E937-49BE-B4D3-A810D5D4F06A}" srcId="{511A2AA6-8387-4DC3-BA61-AEED959E9ABB}" destId="{F015A02B-6FDE-4CC8-9562-EE3C1F67D893}" srcOrd="2" destOrd="0" parTransId="{B9A42B42-227B-48CD-9409-CDCE27A27462}" sibTransId="{213CBDB2-03C9-40E6-B85E-40A7F22439A9}"/>
    <dgm:cxn modelId="{9F922752-81C0-4628-A8FA-83B16938E9EC}" srcId="{D20AA592-259A-4FF9-B8B9-DAC2D67B48C4}" destId="{004A2ACB-F4E5-407E-AE7C-A723C50C7414}" srcOrd="4" destOrd="0" parTransId="{93C4E8F4-FEAA-41DB-BB60-F36ADF9CD0E7}" sibTransId="{A04D7F42-58B3-4CF7-866B-090E6FCC3DA1}"/>
    <dgm:cxn modelId="{88174076-8B6A-4D58-85AC-5BD8ADAD97A0}" type="presOf" srcId="{D76DE073-3FFC-4468-8D99-B018077B5E94}" destId="{7F03D497-FB4E-45C8-B232-02E00015D199}" srcOrd="0" destOrd="5" presId="urn:microsoft.com/office/officeart/2005/8/layout/hList1"/>
    <dgm:cxn modelId="{57CC235A-CDA0-4D58-881A-92B4B15D0AD2}" srcId="{897A416B-8013-452D-B997-B078D5748C98}" destId="{C3F6084C-3F4B-4387-9AF8-8534DC5E2057}" srcOrd="1" destOrd="0" parTransId="{7C4BDC42-6E68-4AD3-BD51-D8B1BBD67780}" sibTransId="{C2E18441-21F9-4F55-BEB1-3D41135E2047}"/>
    <dgm:cxn modelId="{29E1297C-ECB5-4644-8CBE-8B9F2FC842AD}" type="presOf" srcId="{511A2AA6-8387-4DC3-BA61-AEED959E9ABB}" destId="{AF1030ED-555B-407C-8D5C-801B1C1B5CD1}" srcOrd="0" destOrd="0" presId="urn:microsoft.com/office/officeart/2005/8/layout/hList1"/>
    <dgm:cxn modelId="{32E4867F-78EF-4BBC-ADCF-5D0D9B9025E3}" type="presOf" srcId="{CAB5AB4F-59B7-4E7E-B586-EA22258A1221}" destId="{7F03D497-FB4E-45C8-B232-02E00015D199}" srcOrd="0" destOrd="2" presId="urn:microsoft.com/office/officeart/2005/8/layout/hList1"/>
    <dgm:cxn modelId="{97EC9580-B9A9-4DBF-A001-54B1A076D386}" type="presOf" srcId="{93A0C55A-88C3-4453-91F6-F5CB11A7479D}" destId="{1AC4B025-FDE8-4AE2-A4CC-D1C04A8C3250}" srcOrd="0" destOrd="8" presId="urn:microsoft.com/office/officeart/2005/8/layout/hList1"/>
    <dgm:cxn modelId="{E62A8790-0914-4A2B-9170-8945781BE0A9}" srcId="{9D35281D-FFB8-4043-894E-D7872F633672}" destId="{D20AA592-259A-4FF9-B8B9-DAC2D67B48C4}" srcOrd="1" destOrd="0" parTransId="{5B11E18F-E0EA-498B-AD67-F3DFBEB91E93}" sibTransId="{2F524E2C-82DE-4CA3-B737-368D4EB5F701}"/>
    <dgm:cxn modelId="{B8EA6B92-34D2-4BE5-971A-EDF94FEFB9B2}" type="presOf" srcId="{F6774324-B99E-4FDA-9CAA-6CCB28911146}" destId="{1AC4B025-FDE8-4AE2-A4CC-D1C04A8C3250}" srcOrd="0" destOrd="6" presId="urn:microsoft.com/office/officeart/2005/8/layout/hList1"/>
    <dgm:cxn modelId="{B0F70D9A-74F3-4B00-B789-E04DE33439E2}" srcId="{9D35281D-FFB8-4043-894E-D7872F633672}" destId="{3D5C8EDB-6D23-4BFE-B4D3-A0FB5B5F2A37}" srcOrd="2" destOrd="0" parTransId="{7108E2B7-CB7E-4D91-9FE8-E2504399D393}" sibTransId="{AAA62A27-A55E-4D57-B1E7-90FD004C009C}"/>
    <dgm:cxn modelId="{B12329A1-8C6D-4789-81AC-42FD597F038E}" srcId="{9D35281D-FFB8-4043-894E-D7872F633672}" destId="{51C3E035-AD7D-4B2D-8C00-7FD6E62E2A79}" srcOrd="0" destOrd="0" parTransId="{20100B02-4021-4024-B2DC-E78C0E271903}" sibTransId="{274360B8-FA5E-44A0-85B8-D9A49C81F26B}"/>
    <dgm:cxn modelId="{7E5F24A9-3461-411D-82B4-CBC4EB0B50BA}" type="presOf" srcId="{F629480E-CFEF-4752-984B-B52FD6E42844}" destId="{1AC4B025-FDE8-4AE2-A4CC-D1C04A8C3250}" srcOrd="0" destOrd="9" presId="urn:microsoft.com/office/officeart/2005/8/layout/hList1"/>
    <dgm:cxn modelId="{0C97D1AA-2551-4AF9-96BC-F0189364C83A}" srcId="{897A416B-8013-452D-B997-B078D5748C98}" destId="{F6774324-B99E-4FDA-9CAA-6CCB28911146}" srcOrd="4" destOrd="0" parTransId="{F9218E5E-D55A-4095-89D7-53178C302BD4}" sibTransId="{96664D2C-9312-4A10-AB48-46EA607538D0}"/>
    <dgm:cxn modelId="{2C7A0CAE-5284-4E80-8640-A90223C44E2C}" type="presOf" srcId="{C7602166-C203-4FD8-97B0-22CB2424B928}" destId="{1AC4B025-FDE8-4AE2-A4CC-D1C04A8C3250}" srcOrd="0" destOrd="2" presId="urn:microsoft.com/office/officeart/2005/8/layout/hList1"/>
    <dgm:cxn modelId="{ADDA66AE-1AA8-4CC6-B52C-0E4A5F1EA0CA}" type="presOf" srcId="{7688F465-276E-4AAF-BDFC-20B9F1371DC0}" destId="{7F03D497-FB4E-45C8-B232-02E00015D199}" srcOrd="0" destOrd="9" presId="urn:microsoft.com/office/officeart/2005/8/layout/hList1"/>
    <dgm:cxn modelId="{2A7037AF-D631-4794-A6FD-4CA8B184E26E}" type="presOf" srcId="{004A2ACB-F4E5-407E-AE7C-A723C50C7414}" destId="{7F03D497-FB4E-45C8-B232-02E00015D199}" srcOrd="0" destOrd="6" presId="urn:microsoft.com/office/officeart/2005/8/layout/hList1"/>
    <dgm:cxn modelId="{72DE58AF-2367-47E5-AFE3-D84F8FE778A1}" srcId="{D20AA592-259A-4FF9-B8B9-DAC2D67B48C4}" destId="{19C22790-B2D3-457D-AFCC-14CFAC820046}" srcOrd="1" destOrd="0" parTransId="{B389C589-0849-44DF-AFE0-6D3AC8985704}" sibTransId="{37870279-F1D0-41D2-8A70-CAF6051CA488}"/>
    <dgm:cxn modelId="{341408B6-C253-4E78-9221-BD79B5B157BE}" srcId="{3D5C8EDB-6D23-4BFE-B4D3-A0FB5B5F2A37}" destId="{FFE30944-E031-46CC-9987-6862F8CED4ED}" srcOrd="0" destOrd="0" parTransId="{C192251E-7B37-4723-9213-595D9D596BC2}" sibTransId="{93E73C20-45FD-4C8F-9A38-D16761899FFA}"/>
    <dgm:cxn modelId="{51A362B7-1C7C-41F2-B9CD-71B44A693975}" type="presOf" srcId="{2751DC99-E065-4453-BF33-666384701F6C}" destId="{7F03D497-FB4E-45C8-B232-02E00015D199}" srcOrd="0" destOrd="4" presId="urn:microsoft.com/office/officeart/2005/8/layout/hList1"/>
    <dgm:cxn modelId="{89037FCF-1017-4A9C-9841-9AEF06B7140B}" type="presOf" srcId="{2D3111D7-1BBA-4610-9588-946E9887ABC6}" destId="{1AC4B025-FDE8-4AE2-A4CC-D1C04A8C3250}" srcOrd="0" destOrd="10" presId="urn:microsoft.com/office/officeart/2005/8/layout/hList1"/>
    <dgm:cxn modelId="{B227D6D2-6B64-4812-AA7D-65C595F60D75}" srcId="{3D5C8EDB-6D23-4BFE-B4D3-A0FB5B5F2A37}" destId="{49000759-BADD-44FC-9A08-5C966DE428EC}" srcOrd="2" destOrd="0" parTransId="{ED41C59C-74BF-4A0A-A593-2AF23115CE00}" sibTransId="{C9B17739-4552-4E94-9C51-94FD743D9CD4}"/>
    <dgm:cxn modelId="{F35B00D7-813A-4997-B203-37502A69E3C5}" type="presOf" srcId="{49000759-BADD-44FC-9A08-5C966DE428EC}" destId="{7F03D497-FB4E-45C8-B232-02E00015D199}" srcOrd="0" destOrd="10" presId="urn:microsoft.com/office/officeart/2005/8/layout/hList1"/>
    <dgm:cxn modelId="{901C4FE0-CADE-4AA7-BB08-073E38B4A1DE}" srcId="{D20AA592-259A-4FF9-B8B9-DAC2D67B48C4}" destId="{D76DE073-3FFC-4468-8D99-B018077B5E94}" srcOrd="3" destOrd="0" parTransId="{AB5F1675-7D13-4F71-B1AF-2AD3C2C37D25}" sibTransId="{F38635F1-A4A0-40EA-91A3-E2DA34C5750D}"/>
    <dgm:cxn modelId="{A622CCE5-99D1-42F5-9B04-DFA6496D6996}" type="presOf" srcId="{A616E49B-C4B0-4A8A-AB0C-4A91139702D6}" destId="{1AC4B025-FDE8-4AE2-A4CC-D1C04A8C3250}" srcOrd="0" destOrd="5" presId="urn:microsoft.com/office/officeart/2005/8/layout/hList1"/>
    <dgm:cxn modelId="{4D4F79EE-9965-456D-ACAD-328E353D854B}" srcId="{3D5C8EDB-6D23-4BFE-B4D3-A0FB5B5F2A37}" destId="{7688F465-276E-4AAF-BDFC-20B9F1371DC0}" srcOrd="1" destOrd="0" parTransId="{83FBBDF5-3487-4D36-9F1E-87D49C8DB1D6}" sibTransId="{6745072C-0187-4D98-AD37-195D299B840F}"/>
    <dgm:cxn modelId="{A0D747F0-45E1-4517-8016-4502BC9074D8}" type="presOf" srcId="{3D5C8EDB-6D23-4BFE-B4D3-A0FB5B5F2A37}" destId="{7F03D497-FB4E-45C8-B232-02E00015D199}" srcOrd="0" destOrd="7" presId="urn:microsoft.com/office/officeart/2005/8/layout/hList1"/>
    <dgm:cxn modelId="{35546DF4-D98D-46D1-AFED-DD6A3DCA73B8}" type="presOf" srcId="{9D35281D-FFB8-4043-894E-D7872F633672}" destId="{3704774A-E98B-4E87-83FE-07C5FCE21B79}" srcOrd="0" destOrd="0" presId="urn:microsoft.com/office/officeart/2005/8/layout/hList1"/>
    <dgm:cxn modelId="{E4CFFF3B-AE36-42D6-8929-11AE1F63D237}" type="presParOf" srcId="{0394DAF3-0941-4DB9-AB86-A0F910276D66}" destId="{77E27F55-B7DD-4BCB-B661-BBDD038052FD}" srcOrd="0" destOrd="0" presId="urn:microsoft.com/office/officeart/2005/8/layout/hList1"/>
    <dgm:cxn modelId="{79CD3FE4-699F-44CD-BACD-CA807CBC4165}" type="presParOf" srcId="{77E27F55-B7DD-4BCB-B661-BBDD038052FD}" destId="{AF1030ED-555B-407C-8D5C-801B1C1B5CD1}" srcOrd="0" destOrd="0" presId="urn:microsoft.com/office/officeart/2005/8/layout/hList1"/>
    <dgm:cxn modelId="{F25E27E5-AAC9-472A-B276-04DA2349FE37}" type="presParOf" srcId="{77E27F55-B7DD-4BCB-B661-BBDD038052FD}" destId="{1AC4B025-FDE8-4AE2-A4CC-D1C04A8C3250}" srcOrd="1" destOrd="0" presId="urn:microsoft.com/office/officeart/2005/8/layout/hList1"/>
    <dgm:cxn modelId="{7CBD1919-57A0-46D6-BD15-E757FC414346}" type="presParOf" srcId="{0394DAF3-0941-4DB9-AB86-A0F910276D66}" destId="{910BA048-2115-4685-AEBD-EA160DE14B3B}" srcOrd="1" destOrd="0" presId="urn:microsoft.com/office/officeart/2005/8/layout/hList1"/>
    <dgm:cxn modelId="{0636C372-1B2B-440C-B1BB-5134F5B5119A}" type="presParOf" srcId="{0394DAF3-0941-4DB9-AB86-A0F910276D66}" destId="{FFA86125-16FB-480A-A20B-D4A99854276D}" srcOrd="2" destOrd="0" presId="urn:microsoft.com/office/officeart/2005/8/layout/hList1"/>
    <dgm:cxn modelId="{12C626AC-297D-4FF8-A266-B171D0FCBB87}" type="presParOf" srcId="{FFA86125-16FB-480A-A20B-D4A99854276D}" destId="{3704774A-E98B-4E87-83FE-07C5FCE21B79}" srcOrd="0" destOrd="0" presId="urn:microsoft.com/office/officeart/2005/8/layout/hList1"/>
    <dgm:cxn modelId="{27E221EF-E326-49E1-AC3B-7E71016C149A}" type="presParOf" srcId="{FFA86125-16FB-480A-A20B-D4A99854276D}" destId="{7F03D497-FB4E-45C8-B232-02E00015D19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254C9ED-2FF8-4F49-BA7D-2DC67553C892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D3D01F27-F463-4ED9-91F5-96CB48B2B5C5}">
      <dgm:prSet/>
      <dgm:spPr/>
      <dgm:t>
        <a:bodyPr/>
        <a:lstStyle/>
        <a:p>
          <a:r>
            <a:rPr lang="en-IN"/>
            <a:t>Portfolio Results</a:t>
          </a:r>
        </a:p>
      </dgm:t>
    </dgm:pt>
    <dgm:pt modelId="{97E564C7-92EF-4E41-A2B6-CD72B353A52E}" type="parTrans" cxnId="{CFAD9D8F-5FB4-4099-8B0D-1438F58B7896}">
      <dgm:prSet/>
      <dgm:spPr/>
      <dgm:t>
        <a:bodyPr/>
        <a:lstStyle/>
        <a:p>
          <a:endParaRPr lang="en-IN"/>
        </a:p>
      </dgm:t>
    </dgm:pt>
    <dgm:pt modelId="{81C09763-1004-45D4-A439-77411A44EA0A}" type="sibTrans" cxnId="{CFAD9D8F-5FB4-4099-8B0D-1438F58B7896}">
      <dgm:prSet/>
      <dgm:spPr/>
      <dgm:t>
        <a:bodyPr/>
        <a:lstStyle/>
        <a:p>
          <a:endParaRPr lang="en-IN"/>
        </a:p>
      </dgm:t>
    </dgm:pt>
    <dgm:pt modelId="{33F5E76A-A3C5-4D18-B204-8DC5ADA381BE}" type="pres">
      <dgm:prSet presAssocID="{3254C9ED-2FF8-4F49-BA7D-2DC67553C892}" presName="linearFlow" presStyleCnt="0">
        <dgm:presLayoutVars>
          <dgm:dir/>
          <dgm:resizeHandles val="exact"/>
        </dgm:presLayoutVars>
      </dgm:prSet>
      <dgm:spPr/>
    </dgm:pt>
    <dgm:pt modelId="{A8190E24-B624-421B-B5C3-51B19B11755A}" type="pres">
      <dgm:prSet presAssocID="{D3D01F27-F463-4ED9-91F5-96CB48B2B5C5}" presName="composite" presStyleCnt="0"/>
      <dgm:spPr/>
    </dgm:pt>
    <dgm:pt modelId="{7990DD68-BD81-4BC3-8FE4-AE262AA78FBC}" type="pres">
      <dgm:prSet presAssocID="{D3D01F27-F463-4ED9-91F5-96CB48B2B5C5}" presName="imgShp" presStyleLbl="fgImgPlace1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81C40864-1D8E-4557-ADB7-82931367C0E8}" type="pres">
      <dgm:prSet presAssocID="{D3D01F27-F463-4ED9-91F5-96CB48B2B5C5}" presName="txShp" presStyleLbl="node1" presStyleIdx="0" presStyleCnt="1">
        <dgm:presLayoutVars>
          <dgm:bulletEnabled val="1"/>
        </dgm:presLayoutVars>
      </dgm:prSet>
      <dgm:spPr/>
    </dgm:pt>
  </dgm:ptLst>
  <dgm:cxnLst>
    <dgm:cxn modelId="{4A6AA10F-D3D5-4854-8D71-7577DCB1C7FF}" type="presOf" srcId="{3254C9ED-2FF8-4F49-BA7D-2DC67553C892}" destId="{33F5E76A-A3C5-4D18-B204-8DC5ADA381BE}" srcOrd="0" destOrd="0" presId="urn:microsoft.com/office/officeart/2005/8/layout/vList3"/>
    <dgm:cxn modelId="{C36FC63F-068C-48A6-A5CE-FFCE45B5EECF}" type="presOf" srcId="{D3D01F27-F463-4ED9-91F5-96CB48B2B5C5}" destId="{81C40864-1D8E-4557-ADB7-82931367C0E8}" srcOrd="0" destOrd="0" presId="urn:microsoft.com/office/officeart/2005/8/layout/vList3"/>
    <dgm:cxn modelId="{CFAD9D8F-5FB4-4099-8B0D-1438F58B7896}" srcId="{3254C9ED-2FF8-4F49-BA7D-2DC67553C892}" destId="{D3D01F27-F463-4ED9-91F5-96CB48B2B5C5}" srcOrd="0" destOrd="0" parTransId="{97E564C7-92EF-4E41-A2B6-CD72B353A52E}" sibTransId="{81C09763-1004-45D4-A439-77411A44EA0A}"/>
    <dgm:cxn modelId="{8A3192FA-7814-4DEF-A3AA-B3AA71C51FDE}" type="presParOf" srcId="{33F5E76A-A3C5-4D18-B204-8DC5ADA381BE}" destId="{A8190E24-B624-421B-B5C3-51B19B11755A}" srcOrd="0" destOrd="0" presId="urn:microsoft.com/office/officeart/2005/8/layout/vList3"/>
    <dgm:cxn modelId="{4DF33E63-B956-45A4-AD43-48E02453D945}" type="presParOf" srcId="{A8190E24-B624-421B-B5C3-51B19B11755A}" destId="{7990DD68-BD81-4BC3-8FE4-AE262AA78FBC}" srcOrd="0" destOrd="0" presId="urn:microsoft.com/office/officeart/2005/8/layout/vList3"/>
    <dgm:cxn modelId="{9400D15D-947B-4A3E-AE30-AA6506E3A7A0}" type="presParOf" srcId="{A8190E24-B624-421B-B5C3-51B19B11755A}" destId="{81C40864-1D8E-4557-ADB7-82931367C0E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A0505FE0-21DB-40CA-84D5-E1D18F995A6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DB25AC-B1EF-47A6-86A0-41E6F5C67734}">
      <dgm:prSet/>
      <dgm:spPr/>
      <dgm:t>
        <a:bodyPr/>
        <a:lstStyle/>
        <a:p>
          <a:r>
            <a:rPr lang="en-US" dirty="0"/>
            <a:t>• Conservative portfolio shows </a:t>
          </a:r>
          <a:r>
            <a:rPr lang="en-US" b="1" dirty="0"/>
            <a:t>stable capital growth</a:t>
          </a:r>
          <a:br>
            <a:rPr lang="en-US" dirty="0"/>
          </a:br>
          <a:r>
            <a:rPr lang="en-US" dirty="0"/>
            <a:t>• Aggressive portfolio delivers </a:t>
          </a:r>
          <a:r>
            <a:rPr lang="en-US" b="1" dirty="0"/>
            <a:t>higher return potential</a:t>
          </a:r>
          <a:br>
            <a:rPr lang="en-US" dirty="0"/>
          </a:br>
          <a:r>
            <a:rPr lang="en-US" dirty="0"/>
            <a:t>• Diversification improves </a:t>
          </a:r>
          <a:r>
            <a:rPr lang="en-US" b="1" dirty="0"/>
            <a:t>risk-adjusted performance</a:t>
          </a:r>
          <a:endParaRPr lang="en-IN" dirty="0"/>
        </a:p>
      </dgm:t>
    </dgm:pt>
    <dgm:pt modelId="{2A2F9EAD-4498-413F-B1EE-4B39900D766F}" type="parTrans" cxnId="{028E2697-665F-4754-814C-6E6B1CF37158}">
      <dgm:prSet/>
      <dgm:spPr/>
      <dgm:t>
        <a:bodyPr/>
        <a:lstStyle/>
        <a:p>
          <a:endParaRPr lang="en-IN"/>
        </a:p>
      </dgm:t>
    </dgm:pt>
    <dgm:pt modelId="{7A683BC4-E104-49D8-B966-1813D4D11116}" type="sibTrans" cxnId="{028E2697-665F-4754-814C-6E6B1CF37158}">
      <dgm:prSet/>
      <dgm:spPr/>
      <dgm:t>
        <a:bodyPr/>
        <a:lstStyle/>
        <a:p>
          <a:endParaRPr lang="en-IN"/>
        </a:p>
      </dgm:t>
    </dgm:pt>
    <dgm:pt modelId="{65FF45C9-C400-4C23-9BEC-A73DA1D26220}" type="pres">
      <dgm:prSet presAssocID="{A0505FE0-21DB-40CA-84D5-E1D18F995A6E}" presName="Name0" presStyleCnt="0">
        <dgm:presLayoutVars>
          <dgm:dir/>
          <dgm:resizeHandles val="exact"/>
        </dgm:presLayoutVars>
      </dgm:prSet>
      <dgm:spPr/>
    </dgm:pt>
    <dgm:pt modelId="{99DC201C-E123-492F-9FC1-672C32F2ADCC}" type="pres">
      <dgm:prSet presAssocID="{43DB25AC-B1EF-47A6-86A0-41E6F5C67734}" presName="node" presStyleLbl="node1" presStyleIdx="0" presStyleCnt="1" custScaleY="146250">
        <dgm:presLayoutVars>
          <dgm:bulletEnabled val="1"/>
        </dgm:presLayoutVars>
      </dgm:prSet>
      <dgm:spPr/>
    </dgm:pt>
  </dgm:ptLst>
  <dgm:cxnLst>
    <dgm:cxn modelId="{9DAD1F4E-54C5-44DC-AD13-2F6ADF2C92F0}" type="presOf" srcId="{43DB25AC-B1EF-47A6-86A0-41E6F5C67734}" destId="{99DC201C-E123-492F-9FC1-672C32F2ADCC}" srcOrd="0" destOrd="0" presId="urn:microsoft.com/office/officeart/2005/8/layout/process1"/>
    <dgm:cxn modelId="{028E2697-665F-4754-814C-6E6B1CF37158}" srcId="{A0505FE0-21DB-40CA-84D5-E1D18F995A6E}" destId="{43DB25AC-B1EF-47A6-86A0-41E6F5C67734}" srcOrd="0" destOrd="0" parTransId="{2A2F9EAD-4498-413F-B1EE-4B39900D766F}" sibTransId="{7A683BC4-E104-49D8-B966-1813D4D11116}"/>
    <dgm:cxn modelId="{935630B2-3569-4C69-BC69-D81A304B054D}" type="presOf" srcId="{A0505FE0-21DB-40CA-84D5-E1D18F995A6E}" destId="{65FF45C9-C400-4C23-9BEC-A73DA1D26220}" srcOrd="0" destOrd="0" presId="urn:microsoft.com/office/officeart/2005/8/layout/process1"/>
    <dgm:cxn modelId="{8E703015-9C1A-4783-9AEE-008FB66BAFC4}" type="presParOf" srcId="{65FF45C9-C400-4C23-9BEC-A73DA1D26220}" destId="{99DC201C-E123-492F-9FC1-672C32F2ADCC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2C23480-E98A-49F9-9A8E-C7C09A1023E4}" type="doc">
      <dgm:prSet loTypeId="urn:microsoft.com/office/officeart/2005/8/layout/process1" loCatId="process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F703B7E1-5EA0-4408-A834-6A439E43E8FF}">
      <dgm:prSet/>
      <dgm:spPr/>
      <dgm:t>
        <a:bodyPr/>
        <a:lstStyle/>
        <a:p>
          <a:r>
            <a:rPr lang="en-IN" dirty="0"/>
            <a:t>Recommendations</a:t>
          </a:r>
        </a:p>
      </dgm:t>
    </dgm:pt>
    <dgm:pt modelId="{84B59C27-43D1-4972-818C-671B22721C27}" type="parTrans" cxnId="{FB7F5A99-1C3B-403D-A70E-47F51880F9D5}">
      <dgm:prSet/>
      <dgm:spPr/>
      <dgm:t>
        <a:bodyPr/>
        <a:lstStyle/>
        <a:p>
          <a:endParaRPr lang="en-IN"/>
        </a:p>
      </dgm:t>
    </dgm:pt>
    <dgm:pt modelId="{3355E909-D4F7-4F6F-9CA7-39BDCA06993E}" type="sibTrans" cxnId="{FB7F5A99-1C3B-403D-A70E-47F51880F9D5}">
      <dgm:prSet/>
      <dgm:spPr/>
      <dgm:t>
        <a:bodyPr/>
        <a:lstStyle/>
        <a:p>
          <a:endParaRPr lang="en-IN"/>
        </a:p>
      </dgm:t>
    </dgm:pt>
    <dgm:pt modelId="{BC27C163-F247-4B72-BB38-8AB186C1B6FF}" type="pres">
      <dgm:prSet presAssocID="{92C23480-E98A-49F9-9A8E-C7C09A1023E4}" presName="Name0" presStyleCnt="0">
        <dgm:presLayoutVars>
          <dgm:dir/>
          <dgm:resizeHandles val="exact"/>
        </dgm:presLayoutVars>
      </dgm:prSet>
      <dgm:spPr/>
    </dgm:pt>
    <dgm:pt modelId="{32A4920A-C230-46DF-B1D7-9D4BDC2EC695}" type="pres">
      <dgm:prSet presAssocID="{F703B7E1-5EA0-4408-A834-6A439E43E8FF}" presName="node" presStyleLbl="node1" presStyleIdx="0" presStyleCnt="1">
        <dgm:presLayoutVars>
          <dgm:bulletEnabled val="1"/>
        </dgm:presLayoutVars>
      </dgm:prSet>
      <dgm:spPr/>
    </dgm:pt>
  </dgm:ptLst>
  <dgm:cxnLst>
    <dgm:cxn modelId="{057D223F-1E1B-4DD6-AF72-9D4B853B6583}" type="presOf" srcId="{92C23480-E98A-49F9-9A8E-C7C09A1023E4}" destId="{BC27C163-F247-4B72-BB38-8AB186C1B6FF}" srcOrd="0" destOrd="0" presId="urn:microsoft.com/office/officeart/2005/8/layout/process1"/>
    <dgm:cxn modelId="{FB7F5A99-1C3B-403D-A70E-47F51880F9D5}" srcId="{92C23480-E98A-49F9-9A8E-C7C09A1023E4}" destId="{F703B7E1-5EA0-4408-A834-6A439E43E8FF}" srcOrd="0" destOrd="0" parTransId="{84B59C27-43D1-4972-818C-671B22721C27}" sibTransId="{3355E909-D4F7-4F6F-9CA7-39BDCA06993E}"/>
    <dgm:cxn modelId="{CB7E6CB7-DA16-4FC4-8D51-4CFC5CA3AC68}" type="presOf" srcId="{F703B7E1-5EA0-4408-A834-6A439E43E8FF}" destId="{32A4920A-C230-46DF-B1D7-9D4BDC2EC695}" srcOrd="0" destOrd="0" presId="urn:microsoft.com/office/officeart/2005/8/layout/process1"/>
    <dgm:cxn modelId="{301866F7-FF67-4234-B433-5D87E32DCEF7}" type="presParOf" srcId="{BC27C163-F247-4B72-BB38-8AB186C1B6FF}" destId="{32A4920A-C230-46DF-B1D7-9D4BDC2EC695}" srcOrd="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B60A336-508D-47A6-AE76-81B82A85DE16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83A59D3-AC8F-44B4-A176-9AEBC41FF5C3}">
      <dgm:prSet/>
      <dgm:spPr/>
      <dgm:t>
        <a:bodyPr/>
        <a:lstStyle/>
        <a:p>
          <a:r>
            <a:rPr lang="en-US" dirty="0"/>
            <a:t>Technology stocks delivered the </a:t>
          </a:r>
          <a:r>
            <a:rPr lang="en-US" b="1" dirty="0"/>
            <a:t>strongest growth</a:t>
          </a:r>
          <a:endParaRPr lang="en-US" dirty="0"/>
        </a:p>
        <a:p>
          <a:pPr>
            <a:buNone/>
          </a:pPr>
          <a:r>
            <a:rPr lang="en-US" dirty="0"/>
            <a:t>Healthcare stocks provided </a:t>
          </a:r>
          <a:r>
            <a:rPr lang="en-US" b="1" dirty="0"/>
            <a:t>stable returns</a:t>
          </a:r>
          <a:endParaRPr lang="en-US" dirty="0"/>
        </a:p>
        <a:p>
          <a:pPr>
            <a:buNone/>
          </a:pPr>
          <a:r>
            <a:rPr lang="en-US" dirty="0"/>
            <a:t>Diversification </a:t>
          </a:r>
          <a:r>
            <a:rPr lang="en-US" b="1" dirty="0"/>
            <a:t>reduces overall portfolio risk</a:t>
          </a:r>
          <a:endParaRPr lang="en-IN" dirty="0"/>
        </a:p>
      </dgm:t>
    </dgm:pt>
    <dgm:pt modelId="{FBEC9E3C-D6D0-4F08-A291-EF5DDBF9DC2B}" type="parTrans" cxnId="{C6C5F301-996D-44E7-8F8E-5EA8ECD729C2}">
      <dgm:prSet/>
      <dgm:spPr/>
      <dgm:t>
        <a:bodyPr/>
        <a:lstStyle/>
        <a:p>
          <a:endParaRPr lang="en-IN"/>
        </a:p>
      </dgm:t>
    </dgm:pt>
    <dgm:pt modelId="{74C3C1A2-494E-4034-82AD-0D901CDE6D54}" type="sibTrans" cxnId="{C6C5F301-996D-44E7-8F8E-5EA8ECD729C2}">
      <dgm:prSet/>
      <dgm:spPr/>
      <dgm:t>
        <a:bodyPr/>
        <a:lstStyle/>
        <a:p>
          <a:endParaRPr lang="en-IN"/>
        </a:p>
      </dgm:t>
    </dgm:pt>
    <dgm:pt modelId="{A7FA34FF-922A-429E-95B0-7F62DEBF0CDB}" type="pres">
      <dgm:prSet presAssocID="{7B60A336-508D-47A6-AE76-81B82A85DE16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D80492F9-84B0-4256-B871-75FA867877F7}" type="pres">
      <dgm:prSet presAssocID="{C83A59D3-AC8F-44B4-A176-9AEBC41FF5C3}" presName="circle1" presStyleLbl="node1" presStyleIdx="0" presStyleCnt="1"/>
      <dgm:spPr/>
    </dgm:pt>
    <dgm:pt modelId="{7C2E3872-FD97-4E7A-B21C-8DF6069C04B6}" type="pres">
      <dgm:prSet presAssocID="{C83A59D3-AC8F-44B4-A176-9AEBC41FF5C3}" presName="space" presStyleCnt="0"/>
      <dgm:spPr/>
    </dgm:pt>
    <dgm:pt modelId="{66A64E10-E70B-4491-9264-D8E1AA5394AE}" type="pres">
      <dgm:prSet presAssocID="{C83A59D3-AC8F-44B4-A176-9AEBC41FF5C3}" presName="rect1" presStyleLbl="alignAcc1" presStyleIdx="0" presStyleCnt="1"/>
      <dgm:spPr/>
    </dgm:pt>
    <dgm:pt modelId="{685226DB-9450-4F9D-9687-E48A3300EAE3}" type="pres">
      <dgm:prSet presAssocID="{C83A59D3-AC8F-44B4-A176-9AEBC41FF5C3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C6C5F301-996D-44E7-8F8E-5EA8ECD729C2}" srcId="{7B60A336-508D-47A6-AE76-81B82A85DE16}" destId="{C83A59D3-AC8F-44B4-A176-9AEBC41FF5C3}" srcOrd="0" destOrd="0" parTransId="{FBEC9E3C-D6D0-4F08-A291-EF5DDBF9DC2B}" sibTransId="{74C3C1A2-494E-4034-82AD-0D901CDE6D54}"/>
    <dgm:cxn modelId="{2E1D3327-42F4-4D80-9C54-148772973F6F}" type="presOf" srcId="{C83A59D3-AC8F-44B4-A176-9AEBC41FF5C3}" destId="{66A64E10-E70B-4491-9264-D8E1AA5394AE}" srcOrd="0" destOrd="0" presId="urn:microsoft.com/office/officeart/2005/8/layout/target3"/>
    <dgm:cxn modelId="{127738BA-7F97-4F6E-A2C0-7898BF9A3EFE}" type="presOf" srcId="{C83A59D3-AC8F-44B4-A176-9AEBC41FF5C3}" destId="{685226DB-9450-4F9D-9687-E48A3300EAE3}" srcOrd="1" destOrd="0" presId="urn:microsoft.com/office/officeart/2005/8/layout/target3"/>
    <dgm:cxn modelId="{BF0CB6EE-5C95-41C4-9DCE-250D008ACB2F}" type="presOf" srcId="{7B60A336-508D-47A6-AE76-81B82A85DE16}" destId="{A7FA34FF-922A-429E-95B0-7F62DEBF0CDB}" srcOrd="0" destOrd="0" presId="urn:microsoft.com/office/officeart/2005/8/layout/target3"/>
    <dgm:cxn modelId="{630B12D8-70E3-41F8-90CC-D68900298685}" type="presParOf" srcId="{A7FA34FF-922A-429E-95B0-7F62DEBF0CDB}" destId="{D80492F9-84B0-4256-B871-75FA867877F7}" srcOrd="0" destOrd="0" presId="urn:microsoft.com/office/officeart/2005/8/layout/target3"/>
    <dgm:cxn modelId="{ED65AB2C-2C8A-44A2-90CD-A08B80CE32AF}" type="presParOf" srcId="{A7FA34FF-922A-429E-95B0-7F62DEBF0CDB}" destId="{7C2E3872-FD97-4E7A-B21C-8DF6069C04B6}" srcOrd="1" destOrd="0" presId="urn:microsoft.com/office/officeart/2005/8/layout/target3"/>
    <dgm:cxn modelId="{20EFCD9D-A16D-42EA-97EF-7CA417CA3F74}" type="presParOf" srcId="{A7FA34FF-922A-429E-95B0-7F62DEBF0CDB}" destId="{66A64E10-E70B-4491-9264-D8E1AA5394AE}" srcOrd="2" destOrd="0" presId="urn:microsoft.com/office/officeart/2005/8/layout/target3"/>
    <dgm:cxn modelId="{D868BF11-F920-41F2-86B3-84D830250756}" type="presParOf" srcId="{A7FA34FF-922A-429E-95B0-7F62DEBF0CDB}" destId="{685226DB-9450-4F9D-9687-E48A3300EAE3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CA4030A-875C-419C-AD7D-2B7C2F5CF521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E0C2939-C128-49BA-8693-D3B086013E30}">
      <dgm:prSet/>
      <dgm:spPr/>
      <dgm:t>
        <a:bodyPr/>
        <a:lstStyle/>
        <a:p>
          <a:r>
            <a:rPr lang="en-IN" b="1" dirty="0"/>
            <a:t>Recommendations</a:t>
          </a:r>
          <a:endParaRPr lang="en-IN" dirty="0"/>
        </a:p>
        <a:p>
          <a:pPr>
            <a:buNone/>
          </a:pPr>
          <a:r>
            <a:rPr lang="en-US" dirty="0"/>
            <a:t>✔ Conservative investors → Healthcare + blue-chip tech stocks</a:t>
          </a:r>
          <a:br>
            <a:rPr lang="en-US" dirty="0"/>
          </a:br>
          <a:r>
            <a:rPr lang="en-US" dirty="0"/>
            <a:t>✔ Aggressive investors → High-growth technology stocks</a:t>
          </a:r>
          <a:br>
            <a:rPr lang="en-US" dirty="0"/>
          </a:br>
          <a:r>
            <a:rPr lang="en-US" dirty="0"/>
            <a:t>✔ Diversified portfolios reduce overall risk</a:t>
          </a:r>
          <a:endParaRPr lang="en-IN" dirty="0"/>
        </a:p>
      </dgm:t>
    </dgm:pt>
    <dgm:pt modelId="{5015F9FD-53C3-48B6-938C-2D7DC01D0E40}" type="parTrans" cxnId="{AE797F38-32C4-4C6F-8DB8-2487A34BE9F4}">
      <dgm:prSet/>
      <dgm:spPr/>
      <dgm:t>
        <a:bodyPr/>
        <a:lstStyle/>
        <a:p>
          <a:endParaRPr lang="en-IN"/>
        </a:p>
      </dgm:t>
    </dgm:pt>
    <dgm:pt modelId="{D22EA4E5-FF79-417B-8D98-48D4D4AD3618}" type="sibTrans" cxnId="{AE797F38-32C4-4C6F-8DB8-2487A34BE9F4}">
      <dgm:prSet/>
      <dgm:spPr/>
      <dgm:t>
        <a:bodyPr/>
        <a:lstStyle/>
        <a:p>
          <a:endParaRPr lang="en-IN"/>
        </a:p>
      </dgm:t>
    </dgm:pt>
    <dgm:pt modelId="{D3150543-BDF9-4145-8B63-086C28418182}" type="pres">
      <dgm:prSet presAssocID="{BCA4030A-875C-419C-AD7D-2B7C2F5CF521}" presName="Name0" presStyleCnt="0">
        <dgm:presLayoutVars>
          <dgm:chMax val="7"/>
          <dgm:chPref val="7"/>
          <dgm:dir/>
        </dgm:presLayoutVars>
      </dgm:prSet>
      <dgm:spPr/>
    </dgm:pt>
    <dgm:pt modelId="{EB75B975-E41D-4AE1-8045-2BED579DEFFB}" type="pres">
      <dgm:prSet presAssocID="{BCA4030A-875C-419C-AD7D-2B7C2F5CF521}" presName="Name1" presStyleCnt="0"/>
      <dgm:spPr/>
    </dgm:pt>
    <dgm:pt modelId="{5D1AFB16-FED4-4C13-859C-CC0622267215}" type="pres">
      <dgm:prSet presAssocID="{BCA4030A-875C-419C-AD7D-2B7C2F5CF521}" presName="cycle" presStyleCnt="0"/>
      <dgm:spPr/>
    </dgm:pt>
    <dgm:pt modelId="{84E1B3F5-3349-488D-AEF2-E70067C4C830}" type="pres">
      <dgm:prSet presAssocID="{BCA4030A-875C-419C-AD7D-2B7C2F5CF521}" presName="srcNode" presStyleLbl="node1" presStyleIdx="0" presStyleCnt="1"/>
      <dgm:spPr/>
    </dgm:pt>
    <dgm:pt modelId="{49C63E35-4BED-4E46-85F6-EE87E1856F41}" type="pres">
      <dgm:prSet presAssocID="{BCA4030A-875C-419C-AD7D-2B7C2F5CF521}" presName="conn" presStyleLbl="parChTrans1D2" presStyleIdx="0" presStyleCnt="1"/>
      <dgm:spPr/>
    </dgm:pt>
    <dgm:pt modelId="{A6ADDC9E-891C-460A-A4F3-1365E2CCFCC8}" type="pres">
      <dgm:prSet presAssocID="{BCA4030A-875C-419C-AD7D-2B7C2F5CF521}" presName="extraNode" presStyleLbl="node1" presStyleIdx="0" presStyleCnt="1"/>
      <dgm:spPr/>
    </dgm:pt>
    <dgm:pt modelId="{0AB62970-F0F4-4CA5-8CA1-FDD0EF1F9EFD}" type="pres">
      <dgm:prSet presAssocID="{BCA4030A-875C-419C-AD7D-2B7C2F5CF521}" presName="dstNode" presStyleLbl="node1" presStyleIdx="0" presStyleCnt="1"/>
      <dgm:spPr/>
    </dgm:pt>
    <dgm:pt modelId="{D76C81BD-8AE9-4171-8DB7-92B68F39CBE3}" type="pres">
      <dgm:prSet presAssocID="{6E0C2939-C128-49BA-8693-D3B086013E30}" presName="text_1" presStyleLbl="node1" presStyleIdx="0" presStyleCnt="1">
        <dgm:presLayoutVars>
          <dgm:bulletEnabled val="1"/>
        </dgm:presLayoutVars>
      </dgm:prSet>
      <dgm:spPr/>
    </dgm:pt>
    <dgm:pt modelId="{56600441-42E5-484B-9989-0C455193E878}" type="pres">
      <dgm:prSet presAssocID="{6E0C2939-C128-49BA-8693-D3B086013E30}" presName="accent_1" presStyleCnt="0"/>
      <dgm:spPr/>
    </dgm:pt>
    <dgm:pt modelId="{4529FF6D-7343-42F1-BC64-3FA32D7342B0}" type="pres">
      <dgm:prSet presAssocID="{6E0C2939-C128-49BA-8693-D3B086013E30}" presName="accentRepeatNode" presStyleLbl="solidFgAcc1" presStyleIdx="0" presStyleCnt="1"/>
      <dgm:spPr/>
    </dgm:pt>
  </dgm:ptLst>
  <dgm:cxnLst>
    <dgm:cxn modelId="{AE797F38-32C4-4C6F-8DB8-2487A34BE9F4}" srcId="{BCA4030A-875C-419C-AD7D-2B7C2F5CF521}" destId="{6E0C2939-C128-49BA-8693-D3B086013E30}" srcOrd="0" destOrd="0" parTransId="{5015F9FD-53C3-48B6-938C-2D7DC01D0E40}" sibTransId="{D22EA4E5-FF79-417B-8D98-48D4D4AD3618}"/>
    <dgm:cxn modelId="{383E8047-979D-4809-ACA5-44564746AB68}" type="presOf" srcId="{6E0C2939-C128-49BA-8693-D3B086013E30}" destId="{D76C81BD-8AE9-4171-8DB7-92B68F39CBE3}" srcOrd="0" destOrd="0" presId="urn:microsoft.com/office/officeart/2008/layout/VerticalCurvedList"/>
    <dgm:cxn modelId="{C612E994-80BB-4B0F-BD0C-58B7230402B0}" type="presOf" srcId="{D22EA4E5-FF79-417B-8D98-48D4D4AD3618}" destId="{49C63E35-4BED-4E46-85F6-EE87E1856F41}" srcOrd="0" destOrd="0" presId="urn:microsoft.com/office/officeart/2008/layout/VerticalCurvedList"/>
    <dgm:cxn modelId="{3A6FDEA8-9A21-4247-A03D-465F70DAC22C}" type="presOf" srcId="{BCA4030A-875C-419C-AD7D-2B7C2F5CF521}" destId="{D3150543-BDF9-4145-8B63-086C28418182}" srcOrd="0" destOrd="0" presId="urn:microsoft.com/office/officeart/2008/layout/VerticalCurvedList"/>
    <dgm:cxn modelId="{A06BF472-26E1-41E9-8F40-19749191D025}" type="presParOf" srcId="{D3150543-BDF9-4145-8B63-086C28418182}" destId="{EB75B975-E41D-4AE1-8045-2BED579DEFFB}" srcOrd="0" destOrd="0" presId="urn:microsoft.com/office/officeart/2008/layout/VerticalCurvedList"/>
    <dgm:cxn modelId="{83EC44E8-6D1F-4656-80BB-7310BFE90AA1}" type="presParOf" srcId="{EB75B975-E41D-4AE1-8045-2BED579DEFFB}" destId="{5D1AFB16-FED4-4C13-859C-CC0622267215}" srcOrd="0" destOrd="0" presId="urn:microsoft.com/office/officeart/2008/layout/VerticalCurvedList"/>
    <dgm:cxn modelId="{CE36D7EB-ACCA-4039-A3C0-74FFD1DE8A2E}" type="presParOf" srcId="{5D1AFB16-FED4-4C13-859C-CC0622267215}" destId="{84E1B3F5-3349-488D-AEF2-E70067C4C830}" srcOrd="0" destOrd="0" presId="urn:microsoft.com/office/officeart/2008/layout/VerticalCurvedList"/>
    <dgm:cxn modelId="{9300CEFE-C47B-4AA9-8AE0-0700DB32FE84}" type="presParOf" srcId="{5D1AFB16-FED4-4C13-859C-CC0622267215}" destId="{49C63E35-4BED-4E46-85F6-EE87E1856F41}" srcOrd="1" destOrd="0" presId="urn:microsoft.com/office/officeart/2008/layout/VerticalCurvedList"/>
    <dgm:cxn modelId="{EB8AAB67-54C1-4F8E-B93E-778B37C10F6D}" type="presParOf" srcId="{5D1AFB16-FED4-4C13-859C-CC0622267215}" destId="{A6ADDC9E-891C-460A-A4F3-1365E2CCFCC8}" srcOrd="2" destOrd="0" presId="urn:microsoft.com/office/officeart/2008/layout/VerticalCurvedList"/>
    <dgm:cxn modelId="{4C86FFC0-9BFF-4D5A-AD71-A21634C9DD2A}" type="presParOf" srcId="{5D1AFB16-FED4-4C13-859C-CC0622267215}" destId="{0AB62970-F0F4-4CA5-8CA1-FDD0EF1F9EFD}" srcOrd="3" destOrd="0" presId="urn:microsoft.com/office/officeart/2008/layout/VerticalCurvedList"/>
    <dgm:cxn modelId="{018E9806-674B-4B86-9720-F87E5FFFA58A}" type="presParOf" srcId="{EB75B975-E41D-4AE1-8045-2BED579DEFFB}" destId="{D76C81BD-8AE9-4171-8DB7-92B68F39CBE3}" srcOrd="1" destOrd="0" presId="urn:microsoft.com/office/officeart/2008/layout/VerticalCurvedList"/>
    <dgm:cxn modelId="{F21F04C3-6993-4CBA-B2DD-577536A240CD}" type="presParOf" srcId="{EB75B975-E41D-4AE1-8045-2BED579DEFFB}" destId="{56600441-42E5-484B-9989-0C455193E878}" srcOrd="2" destOrd="0" presId="urn:microsoft.com/office/officeart/2008/layout/VerticalCurvedList"/>
    <dgm:cxn modelId="{8B690B73-0058-496F-B550-0378BBD89B30}" type="presParOf" srcId="{56600441-42E5-484B-9989-0C455193E878}" destId="{4529FF6D-7343-42F1-BC64-3FA32D7342B0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8E77AA2-EFF8-4029-BCA0-5ED79D7EF170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4" csCatId="accent1"/>
      <dgm:spPr/>
      <dgm:t>
        <a:bodyPr/>
        <a:lstStyle/>
        <a:p>
          <a:endParaRPr lang="en-IN"/>
        </a:p>
      </dgm:t>
    </dgm:pt>
    <dgm:pt modelId="{2B222019-74E7-4BCC-956A-E1C6AD37E5B0}">
      <dgm:prSet/>
      <dgm:spPr/>
      <dgm:t>
        <a:bodyPr/>
        <a:lstStyle/>
        <a:p>
          <a:r>
            <a:rPr lang="en-US" dirty="0"/>
            <a:t>Dashboard</a:t>
          </a:r>
          <a:endParaRPr lang="en-IN" dirty="0"/>
        </a:p>
      </dgm:t>
    </dgm:pt>
    <dgm:pt modelId="{EBDFA344-9B9A-4ADC-A91B-9ABAE02C1EA6}" type="parTrans" cxnId="{9335B4DE-0647-4D71-BD03-DB9779FB010A}">
      <dgm:prSet/>
      <dgm:spPr/>
      <dgm:t>
        <a:bodyPr/>
        <a:lstStyle/>
        <a:p>
          <a:endParaRPr lang="en-IN"/>
        </a:p>
      </dgm:t>
    </dgm:pt>
    <dgm:pt modelId="{1BF08E27-733E-4542-88AB-F8CE68C08BF1}" type="sibTrans" cxnId="{9335B4DE-0647-4D71-BD03-DB9779FB010A}">
      <dgm:prSet/>
      <dgm:spPr/>
      <dgm:t>
        <a:bodyPr/>
        <a:lstStyle/>
        <a:p>
          <a:endParaRPr lang="en-IN"/>
        </a:p>
      </dgm:t>
    </dgm:pt>
    <dgm:pt modelId="{23AF0370-C273-4069-8C48-A2CE1BE984F9}" type="pres">
      <dgm:prSet presAssocID="{38E77AA2-EFF8-4029-BCA0-5ED79D7EF170}" presName="Name0" presStyleCnt="0">
        <dgm:presLayoutVars>
          <dgm:chMax val="7"/>
          <dgm:chPref val="7"/>
          <dgm:dir/>
        </dgm:presLayoutVars>
      </dgm:prSet>
      <dgm:spPr/>
    </dgm:pt>
    <dgm:pt modelId="{978D90B2-2E0A-467A-8300-C0C57816F9EA}" type="pres">
      <dgm:prSet presAssocID="{38E77AA2-EFF8-4029-BCA0-5ED79D7EF170}" presName="Name1" presStyleCnt="0"/>
      <dgm:spPr/>
    </dgm:pt>
    <dgm:pt modelId="{CE297CD8-D28A-4E12-A5B2-792CB55BC0A2}" type="pres">
      <dgm:prSet presAssocID="{38E77AA2-EFF8-4029-BCA0-5ED79D7EF170}" presName="cycle" presStyleCnt="0"/>
      <dgm:spPr/>
    </dgm:pt>
    <dgm:pt modelId="{F8FE9D9F-7026-4652-B30E-10CA307A16CC}" type="pres">
      <dgm:prSet presAssocID="{38E77AA2-EFF8-4029-BCA0-5ED79D7EF170}" presName="srcNode" presStyleLbl="node1" presStyleIdx="0" presStyleCnt="1"/>
      <dgm:spPr/>
    </dgm:pt>
    <dgm:pt modelId="{D2946906-9F27-4D24-801A-A0FA81E3E002}" type="pres">
      <dgm:prSet presAssocID="{38E77AA2-EFF8-4029-BCA0-5ED79D7EF170}" presName="conn" presStyleLbl="parChTrans1D2" presStyleIdx="0" presStyleCnt="1"/>
      <dgm:spPr/>
    </dgm:pt>
    <dgm:pt modelId="{BEFB3CA7-82DC-4CF9-A165-3DFC09A1FB6F}" type="pres">
      <dgm:prSet presAssocID="{38E77AA2-EFF8-4029-BCA0-5ED79D7EF170}" presName="extraNode" presStyleLbl="node1" presStyleIdx="0" presStyleCnt="1"/>
      <dgm:spPr/>
    </dgm:pt>
    <dgm:pt modelId="{22592BA8-FE0A-485F-BF30-9ED5D4D9C68C}" type="pres">
      <dgm:prSet presAssocID="{38E77AA2-EFF8-4029-BCA0-5ED79D7EF170}" presName="dstNode" presStyleLbl="node1" presStyleIdx="0" presStyleCnt="1"/>
      <dgm:spPr/>
    </dgm:pt>
    <dgm:pt modelId="{6B66E708-EAD3-4329-94AD-D36E171448FF}" type="pres">
      <dgm:prSet presAssocID="{2B222019-74E7-4BCC-956A-E1C6AD37E5B0}" presName="text_1" presStyleLbl="node1" presStyleIdx="0" presStyleCnt="1">
        <dgm:presLayoutVars>
          <dgm:bulletEnabled val="1"/>
        </dgm:presLayoutVars>
      </dgm:prSet>
      <dgm:spPr/>
    </dgm:pt>
    <dgm:pt modelId="{7D046E85-7A18-4508-89AD-E80E37EB074B}" type="pres">
      <dgm:prSet presAssocID="{2B222019-74E7-4BCC-956A-E1C6AD37E5B0}" presName="accent_1" presStyleCnt="0"/>
      <dgm:spPr/>
    </dgm:pt>
    <dgm:pt modelId="{5E074199-A1A3-4CA0-8C2E-4D56BDB08358}" type="pres">
      <dgm:prSet presAssocID="{2B222019-74E7-4BCC-956A-E1C6AD37E5B0}" presName="accentRepeatNode" presStyleLbl="solidFgAcc1" presStyleIdx="0" presStyleCnt="1"/>
      <dgm:spPr/>
    </dgm:pt>
  </dgm:ptLst>
  <dgm:cxnLst>
    <dgm:cxn modelId="{9F37A00A-FC5F-49C4-A537-864ED725D128}" type="presOf" srcId="{1BF08E27-733E-4542-88AB-F8CE68C08BF1}" destId="{D2946906-9F27-4D24-801A-A0FA81E3E002}" srcOrd="0" destOrd="0" presId="urn:microsoft.com/office/officeart/2008/layout/VerticalCurvedList"/>
    <dgm:cxn modelId="{13EB8D4F-7FC4-4273-A02B-55EF2641CA4C}" type="presOf" srcId="{38E77AA2-EFF8-4029-BCA0-5ED79D7EF170}" destId="{23AF0370-C273-4069-8C48-A2CE1BE984F9}" srcOrd="0" destOrd="0" presId="urn:microsoft.com/office/officeart/2008/layout/VerticalCurvedList"/>
    <dgm:cxn modelId="{881ED8D4-898D-4E43-8F5E-834FB8C04A6A}" type="presOf" srcId="{2B222019-74E7-4BCC-956A-E1C6AD37E5B0}" destId="{6B66E708-EAD3-4329-94AD-D36E171448FF}" srcOrd="0" destOrd="0" presId="urn:microsoft.com/office/officeart/2008/layout/VerticalCurvedList"/>
    <dgm:cxn modelId="{9335B4DE-0647-4D71-BD03-DB9779FB010A}" srcId="{38E77AA2-EFF8-4029-BCA0-5ED79D7EF170}" destId="{2B222019-74E7-4BCC-956A-E1C6AD37E5B0}" srcOrd="0" destOrd="0" parTransId="{EBDFA344-9B9A-4ADC-A91B-9ABAE02C1EA6}" sibTransId="{1BF08E27-733E-4542-88AB-F8CE68C08BF1}"/>
    <dgm:cxn modelId="{83AA907A-732F-4B1E-83E3-BAE2E5620B2D}" type="presParOf" srcId="{23AF0370-C273-4069-8C48-A2CE1BE984F9}" destId="{978D90B2-2E0A-467A-8300-C0C57816F9EA}" srcOrd="0" destOrd="0" presId="urn:microsoft.com/office/officeart/2008/layout/VerticalCurvedList"/>
    <dgm:cxn modelId="{B2436B00-8379-4A79-A340-0E3FAA2262BB}" type="presParOf" srcId="{978D90B2-2E0A-467A-8300-C0C57816F9EA}" destId="{CE297CD8-D28A-4E12-A5B2-792CB55BC0A2}" srcOrd="0" destOrd="0" presId="urn:microsoft.com/office/officeart/2008/layout/VerticalCurvedList"/>
    <dgm:cxn modelId="{ACC78577-F0B0-452D-B1B1-965616857CAB}" type="presParOf" srcId="{CE297CD8-D28A-4E12-A5B2-792CB55BC0A2}" destId="{F8FE9D9F-7026-4652-B30E-10CA307A16CC}" srcOrd="0" destOrd="0" presId="urn:microsoft.com/office/officeart/2008/layout/VerticalCurvedList"/>
    <dgm:cxn modelId="{487F482F-46F1-48F6-8B0E-0539579BE431}" type="presParOf" srcId="{CE297CD8-D28A-4E12-A5B2-792CB55BC0A2}" destId="{D2946906-9F27-4D24-801A-A0FA81E3E002}" srcOrd="1" destOrd="0" presId="urn:microsoft.com/office/officeart/2008/layout/VerticalCurvedList"/>
    <dgm:cxn modelId="{B10801A3-DEA3-43D0-9AF2-E04CCD6E6A97}" type="presParOf" srcId="{CE297CD8-D28A-4E12-A5B2-792CB55BC0A2}" destId="{BEFB3CA7-82DC-4CF9-A165-3DFC09A1FB6F}" srcOrd="2" destOrd="0" presId="urn:microsoft.com/office/officeart/2008/layout/VerticalCurvedList"/>
    <dgm:cxn modelId="{B4ADDB6F-AAFB-408A-98FE-9A4FCB1B075F}" type="presParOf" srcId="{CE297CD8-D28A-4E12-A5B2-792CB55BC0A2}" destId="{22592BA8-FE0A-485F-BF30-9ED5D4D9C68C}" srcOrd="3" destOrd="0" presId="urn:microsoft.com/office/officeart/2008/layout/VerticalCurvedList"/>
    <dgm:cxn modelId="{4FBA71FA-29DD-4C21-8FEC-A0BEA42EACFF}" type="presParOf" srcId="{978D90B2-2E0A-467A-8300-C0C57816F9EA}" destId="{6B66E708-EAD3-4329-94AD-D36E171448FF}" srcOrd="1" destOrd="0" presId="urn:microsoft.com/office/officeart/2008/layout/VerticalCurvedList"/>
    <dgm:cxn modelId="{D23AC9BD-C2CD-431A-A61A-696A71D41761}" type="presParOf" srcId="{978D90B2-2E0A-467A-8300-C0C57816F9EA}" destId="{7D046E85-7A18-4508-89AD-E80E37EB074B}" srcOrd="2" destOrd="0" presId="urn:microsoft.com/office/officeart/2008/layout/VerticalCurvedList"/>
    <dgm:cxn modelId="{9654CEA2-12EC-4464-882A-7652AE17D394}" type="presParOf" srcId="{7D046E85-7A18-4508-89AD-E80E37EB074B}" destId="{5E074199-A1A3-4CA0-8C2E-4D56BDB0835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1D46A78-062A-4BD3-9A27-0D71157E6AB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CC40288-AE22-4ED6-A1DE-AAB8DEF15205}">
      <dgm:prSet/>
      <dgm:spPr/>
      <dgm:t>
        <a:bodyPr/>
        <a:lstStyle/>
        <a:p>
          <a:r>
            <a:rPr lang="en-US" dirty="0"/>
            <a:t>The dashboard helps investors track portfolio performance, assess risk, and identify investment opportunities.</a:t>
          </a:r>
          <a:endParaRPr lang="en-IN" dirty="0"/>
        </a:p>
      </dgm:t>
    </dgm:pt>
    <dgm:pt modelId="{90FE8672-97E9-4674-8787-1B8A562B4C9D}" type="parTrans" cxnId="{F5E80FBC-11F6-41D1-8FF2-6EED1A4E59AD}">
      <dgm:prSet/>
      <dgm:spPr/>
      <dgm:t>
        <a:bodyPr/>
        <a:lstStyle/>
        <a:p>
          <a:endParaRPr lang="en-IN"/>
        </a:p>
      </dgm:t>
    </dgm:pt>
    <dgm:pt modelId="{700A493B-8C1D-4F3F-97E8-76BC6D205FA3}" type="sibTrans" cxnId="{F5E80FBC-11F6-41D1-8FF2-6EED1A4E59AD}">
      <dgm:prSet/>
      <dgm:spPr/>
      <dgm:t>
        <a:bodyPr/>
        <a:lstStyle/>
        <a:p>
          <a:endParaRPr lang="en-IN"/>
        </a:p>
      </dgm:t>
    </dgm:pt>
    <dgm:pt modelId="{719CCAEF-3065-4A09-8DB6-3E200746F9EB}" type="pres">
      <dgm:prSet presAssocID="{F1D46A78-062A-4BD3-9A27-0D71157E6ABD}" presName="Name0" presStyleCnt="0">
        <dgm:presLayoutVars>
          <dgm:dir/>
          <dgm:animLvl val="lvl"/>
          <dgm:resizeHandles val="exact"/>
        </dgm:presLayoutVars>
      </dgm:prSet>
      <dgm:spPr/>
    </dgm:pt>
    <dgm:pt modelId="{D34452C9-C848-418B-81D3-ECF146223B7F}" type="pres">
      <dgm:prSet presAssocID="{DCC40288-AE22-4ED6-A1DE-AAB8DEF15205}" presName="linNode" presStyleCnt="0"/>
      <dgm:spPr/>
    </dgm:pt>
    <dgm:pt modelId="{F3AB882A-745D-4F1B-A394-D57699DDCF6B}" type="pres">
      <dgm:prSet presAssocID="{DCC40288-AE22-4ED6-A1DE-AAB8DEF15205}" presName="parentText" presStyleLbl="node1" presStyleIdx="0" presStyleCnt="1" custScaleX="85687">
        <dgm:presLayoutVars>
          <dgm:chMax val="1"/>
          <dgm:bulletEnabled val="1"/>
        </dgm:presLayoutVars>
      </dgm:prSet>
      <dgm:spPr/>
    </dgm:pt>
  </dgm:ptLst>
  <dgm:cxnLst>
    <dgm:cxn modelId="{FAA6ED0D-A45F-4C14-8C3E-3961AF0BEA71}" type="presOf" srcId="{DCC40288-AE22-4ED6-A1DE-AAB8DEF15205}" destId="{F3AB882A-745D-4F1B-A394-D57699DDCF6B}" srcOrd="0" destOrd="0" presId="urn:microsoft.com/office/officeart/2005/8/layout/vList5"/>
    <dgm:cxn modelId="{F5E80FBC-11F6-41D1-8FF2-6EED1A4E59AD}" srcId="{F1D46A78-062A-4BD3-9A27-0D71157E6ABD}" destId="{DCC40288-AE22-4ED6-A1DE-AAB8DEF15205}" srcOrd="0" destOrd="0" parTransId="{90FE8672-97E9-4674-8787-1B8A562B4C9D}" sibTransId="{700A493B-8C1D-4F3F-97E8-76BC6D205FA3}"/>
    <dgm:cxn modelId="{56910FEA-4A3D-4BB0-B7C7-19BB0DF91433}" type="presOf" srcId="{F1D46A78-062A-4BD3-9A27-0D71157E6ABD}" destId="{719CCAEF-3065-4A09-8DB6-3E200746F9EB}" srcOrd="0" destOrd="0" presId="urn:microsoft.com/office/officeart/2005/8/layout/vList5"/>
    <dgm:cxn modelId="{4833F9E4-5378-440B-B635-571CB9A86DAD}" type="presParOf" srcId="{719CCAEF-3065-4A09-8DB6-3E200746F9EB}" destId="{D34452C9-C848-418B-81D3-ECF146223B7F}" srcOrd="0" destOrd="0" presId="urn:microsoft.com/office/officeart/2005/8/layout/vList5"/>
    <dgm:cxn modelId="{4E59D70B-A227-4F7B-A7F4-69AD7BA9AABC}" type="presParOf" srcId="{D34452C9-C848-418B-81D3-ECF146223B7F}" destId="{F3AB882A-745D-4F1B-A394-D57699DDCF6B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E04AC39-44F7-423E-9E1F-FB17309388C8}" type="doc">
      <dgm:prSet loTypeId="urn:microsoft.com/office/officeart/2005/8/layout/vList3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IN"/>
        </a:p>
      </dgm:t>
    </dgm:pt>
    <dgm:pt modelId="{646A68F8-78A1-4C57-B5AD-A1783AFD99EB}">
      <dgm:prSet/>
      <dgm:spPr/>
      <dgm:t>
        <a:bodyPr/>
        <a:lstStyle/>
        <a:p>
          <a:r>
            <a:rPr lang="en-US"/>
            <a:t>Final Insight</a:t>
          </a:r>
          <a:endParaRPr lang="en-IN"/>
        </a:p>
      </dgm:t>
    </dgm:pt>
    <dgm:pt modelId="{E750E741-1468-4F93-BBD6-5E8A4F7C8D05}" type="parTrans" cxnId="{9A8616B2-FF3F-4E2E-98C6-B5D06956930A}">
      <dgm:prSet/>
      <dgm:spPr/>
      <dgm:t>
        <a:bodyPr/>
        <a:lstStyle/>
        <a:p>
          <a:endParaRPr lang="en-IN"/>
        </a:p>
      </dgm:t>
    </dgm:pt>
    <dgm:pt modelId="{AEEFC309-3DA7-45CE-AC6B-BA7165807659}" type="sibTrans" cxnId="{9A8616B2-FF3F-4E2E-98C6-B5D06956930A}">
      <dgm:prSet/>
      <dgm:spPr/>
      <dgm:t>
        <a:bodyPr/>
        <a:lstStyle/>
        <a:p>
          <a:endParaRPr lang="en-IN"/>
        </a:p>
      </dgm:t>
    </dgm:pt>
    <dgm:pt modelId="{DE56CEFD-D434-483E-B980-F4214BE6EA75}" type="pres">
      <dgm:prSet presAssocID="{AE04AC39-44F7-423E-9E1F-FB17309388C8}" presName="linearFlow" presStyleCnt="0">
        <dgm:presLayoutVars>
          <dgm:dir/>
          <dgm:resizeHandles val="exact"/>
        </dgm:presLayoutVars>
      </dgm:prSet>
      <dgm:spPr/>
    </dgm:pt>
    <dgm:pt modelId="{7D5A7182-0873-42DC-BB7F-57964E57A9E4}" type="pres">
      <dgm:prSet presAssocID="{646A68F8-78A1-4C57-B5AD-A1783AFD99EB}" presName="composite" presStyleCnt="0"/>
      <dgm:spPr/>
    </dgm:pt>
    <dgm:pt modelId="{BD9E9A4C-A31A-420E-9361-1C913F718CE1}" type="pres">
      <dgm:prSet presAssocID="{646A68F8-78A1-4C57-B5AD-A1783AFD99EB}" presName="imgShp" presStyleLbl="fgImgPlace1" presStyleIdx="0" presStyleCnt="1" custLinFactNeighborX="-24890" custLinFactNeighborY="183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 with solid fill"/>
        </a:ext>
      </dgm:extLst>
    </dgm:pt>
    <dgm:pt modelId="{9804C22F-E8F1-4EE5-988E-F0858CC45794}" type="pres">
      <dgm:prSet presAssocID="{646A68F8-78A1-4C57-B5AD-A1783AFD99EB}" presName="txShp" presStyleLbl="node1" presStyleIdx="0" presStyleCnt="1">
        <dgm:presLayoutVars>
          <dgm:bulletEnabled val="1"/>
        </dgm:presLayoutVars>
      </dgm:prSet>
      <dgm:spPr/>
    </dgm:pt>
  </dgm:ptLst>
  <dgm:cxnLst>
    <dgm:cxn modelId="{67DA1735-E4F6-48FF-965D-E0937C87536D}" type="presOf" srcId="{AE04AC39-44F7-423E-9E1F-FB17309388C8}" destId="{DE56CEFD-D434-483E-B980-F4214BE6EA75}" srcOrd="0" destOrd="0" presId="urn:microsoft.com/office/officeart/2005/8/layout/vList3"/>
    <dgm:cxn modelId="{E357617B-1C09-4662-8BF4-D63986801090}" type="presOf" srcId="{646A68F8-78A1-4C57-B5AD-A1783AFD99EB}" destId="{9804C22F-E8F1-4EE5-988E-F0858CC45794}" srcOrd="0" destOrd="0" presId="urn:microsoft.com/office/officeart/2005/8/layout/vList3"/>
    <dgm:cxn modelId="{9A8616B2-FF3F-4E2E-98C6-B5D06956930A}" srcId="{AE04AC39-44F7-423E-9E1F-FB17309388C8}" destId="{646A68F8-78A1-4C57-B5AD-A1783AFD99EB}" srcOrd="0" destOrd="0" parTransId="{E750E741-1468-4F93-BBD6-5E8A4F7C8D05}" sibTransId="{AEEFC309-3DA7-45CE-AC6B-BA7165807659}"/>
    <dgm:cxn modelId="{FCA3EC25-217B-4EBF-B0EB-96F6ADF84A08}" type="presParOf" srcId="{DE56CEFD-D434-483E-B980-F4214BE6EA75}" destId="{7D5A7182-0873-42DC-BB7F-57964E57A9E4}" srcOrd="0" destOrd="0" presId="urn:microsoft.com/office/officeart/2005/8/layout/vList3"/>
    <dgm:cxn modelId="{EED0315B-BC02-451D-AA3F-B11FA575D768}" type="presParOf" srcId="{7D5A7182-0873-42DC-BB7F-57964E57A9E4}" destId="{BD9E9A4C-A31A-420E-9361-1C913F718CE1}" srcOrd="0" destOrd="0" presId="urn:microsoft.com/office/officeart/2005/8/layout/vList3"/>
    <dgm:cxn modelId="{93F59B04-F564-4932-89FF-AC0222C5A29D}" type="presParOf" srcId="{7D5A7182-0873-42DC-BB7F-57964E57A9E4}" destId="{9804C22F-E8F1-4EE5-988E-F0858CC4579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68B6BA1-0DB7-4FB2-9E88-9EC122EC9104}" type="doc">
      <dgm:prSet loTypeId="urn:microsoft.com/office/officeart/2005/8/layout/hList7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E77F7A2-1A83-4631-BE90-D97985F26BC6}">
      <dgm:prSet/>
      <dgm:spPr/>
      <dgm:t>
        <a:bodyPr/>
        <a:lstStyle/>
        <a:p>
          <a:r>
            <a:rPr lang="en-IN" dirty="0"/>
            <a:t> Growth → Technology stocks</a:t>
          </a:r>
        </a:p>
      </dgm:t>
    </dgm:pt>
    <dgm:pt modelId="{4249FE33-9B79-4473-BC92-939E3A280766}" type="parTrans" cxnId="{F38221E9-F29E-4C98-88FF-B2A36D9F7379}">
      <dgm:prSet/>
      <dgm:spPr/>
      <dgm:t>
        <a:bodyPr/>
        <a:lstStyle/>
        <a:p>
          <a:endParaRPr lang="en-IN"/>
        </a:p>
      </dgm:t>
    </dgm:pt>
    <dgm:pt modelId="{280E7BBC-E8F6-4D14-854E-6CA962814253}" type="sibTrans" cxnId="{F38221E9-F29E-4C98-88FF-B2A36D9F7379}">
      <dgm:prSet/>
      <dgm:spPr/>
      <dgm:t>
        <a:bodyPr/>
        <a:lstStyle/>
        <a:p>
          <a:endParaRPr lang="en-IN"/>
        </a:p>
      </dgm:t>
    </dgm:pt>
    <dgm:pt modelId="{C9FB5C07-D47C-4BB0-B360-94540DF6A3C2}">
      <dgm:prSet/>
      <dgm:spPr/>
      <dgm:t>
        <a:bodyPr/>
        <a:lstStyle/>
        <a:p>
          <a:r>
            <a:rPr lang="en-IN" dirty="0"/>
            <a:t> Stability → Healthcare stocks</a:t>
          </a:r>
        </a:p>
      </dgm:t>
    </dgm:pt>
    <dgm:pt modelId="{1F079527-AD02-4E6D-992C-BB1BB28CB8E6}" type="parTrans" cxnId="{C5BC08D4-8891-4821-836A-F1FCDE6D9666}">
      <dgm:prSet/>
      <dgm:spPr/>
      <dgm:t>
        <a:bodyPr/>
        <a:lstStyle/>
        <a:p>
          <a:endParaRPr lang="en-IN"/>
        </a:p>
      </dgm:t>
    </dgm:pt>
    <dgm:pt modelId="{96D76E5D-FEC5-41AE-9773-4D673F87BB21}" type="sibTrans" cxnId="{C5BC08D4-8891-4821-836A-F1FCDE6D9666}">
      <dgm:prSet/>
      <dgm:spPr/>
      <dgm:t>
        <a:bodyPr/>
        <a:lstStyle/>
        <a:p>
          <a:endParaRPr lang="en-IN"/>
        </a:p>
      </dgm:t>
    </dgm:pt>
    <dgm:pt modelId="{D685C04B-70FD-49E4-B1D2-E6C88EA76B7A}">
      <dgm:prSet/>
      <dgm:spPr/>
      <dgm:t>
        <a:bodyPr/>
        <a:lstStyle/>
        <a:p>
          <a:r>
            <a:rPr lang="en-IN" dirty="0"/>
            <a:t> Balanced strategy → Diversified portfolio</a:t>
          </a:r>
        </a:p>
      </dgm:t>
    </dgm:pt>
    <dgm:pt modelId="{DCD7CD10-A5B1-4F27-ABBE-90AEE51A1E7C}" type="parTrans" cxnId="{8D44DBE4-ED1D-4E21-8132-EB125E5069E9}">
      <dgm:prSet/>
      <dgm:spPr/>
      <dgm:t>
        <a:bodyPr/>
        <a:lstStyle/>
        <a:p>
          <a:endParaRPr lang="en-IN"/>
        </a:p>
      </dgm:t>
    </dgm:pt>
    <dgm:pt modelId="{498BF97D-792E-44A5-B030-71E1024102BA}" type="sibTrans" cxnId="{8D44DBE4-ED1D-4E21-8132-EB125E5069E9}">
      <dgm:prSet/>
      <dgm:spPr/>
      <dgm:t>
        <a:bodyPr/>
        <a:lstStyle/>
        <a:p>
          <a:endParaRPr lang="en-IN"/>
        </a:p>
      </dgm:t>
    </dgm:pt>
    <dgm:pt modelId="{50EDD210-9821-43C7-B1B1-8B83AABBC6D9}" type="pres">
      <dgm:prSet presAssocID="{868B6BA1-0DB7-4FB2-9E88-9EC122EC9104}" presName="Name0" presStyleCnt="0">
        <dgm:presLayoutVars>
          <dgm:dir/>
          <dgm:resizeHandles val="exact"/>
        </dgm:presLayoutVars>
      </dgm:prSet>
      <dgm:spPr/>
    </dgm:pt>
    <dgm:pt modelId="{DD33B9E0-3CFD-44B6-91AF-280ECC590E89}" type="pres">
      <dgm:prSet presAssocID="{868B6BA1-0DB7-4FB2-9E88-9EC122EC9104}" presName="fgShape" presStyleLbl="fgShp" presStyleIdx="0" presStyleCnt="1"/>
      <dgm:spPr/>
    </dgm:pt>
    <dgm:pt modelId="{9FB341B5-B9E4-4E50-B9BE-19E5670BAF6D}" type="pres">
      <dgm:prSet presAssocID="{868B6BA1-0DB7-4FB2-9E88-9EC122EC9104}" presName="linComp" presStyleCnt="0"/>
      <dgm:spPr/>
    </dgm:pt>
    <dgm:pt modelId="{1E811C9D-8A2B-457E-ADEB-119544BEAF74}" type="pres">
      <dgm:prSet presAssocID="{8E77F7A2-1A83-4631-BE90-D97985F26BC6}" presName="compNode" presStyleCnt="0"/>
      <dgm:spPr/>
    </dgm:pt>
    <dgm:pt modelId="{D787C3D0-5291-495B-821F-19C6FB871C41}" type="pres">
      <dgm:prSet presAssocID="{8E77F7A2-1A83-4631-BE90-D97985F26BC6}" presName="bkgdShape" presStyleLbl="node1" presStyleIdx="0" presStyleCnt="3"/>
      <dgm:spPr/>
    </dgm:pt>
    <dgm:pt modelId="{D33C724D-552F-4DC1-862C-7833ADFA21D2}" type="pres">
      <dgm:prSet presAssocID="{8E77F7A2-1A83-4631-BE90-D97985F26BC6}" presName="nodeTx" presStyleLbl="node1" presStyleIdx="0" presStyleCnt="3">
        <dgm:presLayoutVars>
          <dgm:bulletEnabled val="1"/>
        </dgm:presLayoutVars>
      </dgm:prSet>
      <dgm:spPr/>
    </dgm:pt>
    <dgm:pt modelId="{BF721BDB-8173-473B-823F-72BF4BA5DD20}" type="pres">
      <dgm:prSet presAssocID="{8E77F7A2-1A83-4631-BE90-D97985F26BC6}" presName="invisiNode" presStyleLbl="node1" presStyleIdx="0" presStyleCnt="3"/>
      <dgm:spPr/>
    </dgm:pt>
    <dgm:pt modelId="{BC34903D-5C3D-408A-B5CA-7A41DDDAFD2B}" type="pres">
      <dgm:prSet presAssocID="{8E77F7A2-1A83-4631-BE90-D97985F26BC6}" presName="imagNode" presStyleLbl="fgImgPlac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 with solid fill"/>
        </a:ext>
      </dgm:extLst>
    </dgm:pt>
    <dgm:pt modelId="{7B5E84CB-267B-4CA4-9BE9-F913B2271113}" type="pres">
      <dgm:prSet presAssocID="{280E7BBC-E8F6-4D14-854E-6CA962814253}" presName="sibTrans" presStyleLbl="sibTrans2D1" presStyleIdx="0" presStyleCnt="0"/>
      <dgm:spPr/>
    </dgm:pt>
    <dgm:pt modelId="{4750A2B7-6E1C-4AFD-9A84-B21A16B49DD7}" type="pres">
      <dgm:prSet presAssocID="{C9FB5C07-D47C-4BB0-B360-94540DF6A3C2}" presName="compNode" presStyleCnt="0"/>
      <dgm:spPr/>
    </dgm:pt>
    <dgm:pt modelId="{938FE8C8-D092-41FF-92A6-212A75C45884}" type="pres">
      <dgm:prSet presAssocID="{C9FB5C07-D47C-4BB0-B360-94540DF6A3C2}" presName="bkgdShape" presStyleLbl="node1" presStyleIdx="1" presStyleCnt="3"/>
      <dgm:spPr/>
    </dgm:pt>
    <dgm:pt modelId="{414F31B6-0B7E-47F0-A229-2C423EAC6CA2}" type="pres">
      <dgm:prSet presAssocID="{C9FB5C07-D47C-4BB0-B360-94540DF6A3C2}" presName="nodeTx" presStyleLbl="node1" presStyleIdx="1" presStyleCnt="3">
        <dgm:presLayoutVars>
          <dgm:bulletEnabled val="1"/>
        </dgm:presLayoutVars>
      </dgm:prSet>
      <dgm:spPr/>
    </dgm:pt>
    <dgm:pt modelId="{6F0D2D96-DB1A-40F2-9525-958181F254CA}" type="pres">
      <dgm:prSet presAssocID="{C9FB5C07-D47C-4BB0-B360-94540DF6A3C2}" presName="invisiNode" presStyleLbl="node1" presStyleIdx="1" presStyleCnt="3"/>
      <dgm:spPr/>
    </dgm:pt>
    <dgm:pt modelId="{15E6305A-0C9C-41AE-BA03-1C2FE7D73CEB}" type="pres">
      <dgm:prSet presAssocID="{C9FB5C07-D47C-4BB0-B360-94540DF6A3C2}" presName="imagNode" presStyleLbl="fgImgPlace1" presStyleIdx="1" presStyleCnt="3"/>
      <dgm:spPr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7715BFE2-80E8-479B-B778-9770D944FD8A}" type="pres">
      <dgm:prSet presAssocID="{96D76E5D-FEC5-41AE-9773-4D673F87BB21}" presName="sibTrans" presStyleLbl="sibTrans2D1" presStyleIdx="0" presStyleCnt="0"/>
      <dgm:spPr/>
    </dgm:pt>
    <dgm:pt modelId="{6C19EE91-24DE-47D1-8682-FFCE71A08C9D}" type="pres">
      <dgm:prSet presAssocID="{D685C04B-70FD-49E4-B1D2-E6C88EA76B7A}" presName="compNode" presStyleCnt="0"/>
      <dgm:spPr/>
    </dgm:pt>
    <dgm:pt modelId="{E61463E8-5583-487D-B676-EBBE1838C1CA}" type="pres">
      <dgm:prSet presAssocID="{D685C04B-70FD-49E4-B1D2-E6C88EA76B7A}" presName="bkgdShape" presStyleLbl="node1" presStyleIdx="2" presStyleCnt="3"/>
      <dgm:spPr/>
    </dgm:pt>
    <dgm:pt modelId="{64007B18-2354-4D20-AD51-6B5CBBC60D1F}" type="pres">
      <dgm:prSet presAssocID="{D685C04B-70FD-49E4-B1D2-E6C88EA76B7A}" presName="nodeTx" presStyleLbl="node1" presStyleIdx="2" presStyleCnt="3">
        <dgm:presLayoutVars>
          <dgm:bulletEnabled val="1"/>
        </dgm:presLayoutVars>
      </dgm:prSet>
      <dgm:spPr/>
    </dgm:pt>
    <dgm:pt modelId="{2C11095F-87CC-4CE1-BCFA-D556BCCAC2B9}" type="pres">
      <dgm:prSet presAssocID="{D685C04B-70FD-49E4-B1D2-E6C88EA76B7A}" presName="invisiNode" presStyleLbl="node1" presStyleIdx="2" presStyleCnt="3"/>
      <dgm:spPr/>
    </dgm:pt>
    <dgm:pt modelId="{7CDCEDBD-F061-470B-81A9-B8F2C55B878E}" type="pres">
      <dgm:prSet presAssocID="{D685C04B-70FD-49E4-B1D2-E6C88EA76B7A}" presName="imagNode" presStyleLbl="fgImgPlace1" presStyleIdx="2" presStyleCnt="3"/>
      <dgm:spPr>
        <a:blipFill rotWithShape="1"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</dgm:pt>
  </dgm:ptLst>
  <dgm:cxnLst>
    <dgm:cxn modelId="{9A04464F-2265-4AA9-8F1E-ACD3CC884B54}" type="presOf" srcId="{C9FB5C07-D47C-4BB0-B360-94540DF6A3C2}" destId="{938FE8C8-D092-41FF-92A6-212A75C45884}" srcOrd="0" destOrd="0" presId="urn:microsoft.com/office/officeart/2005/8/layout/hList7"/>
    <dgm:cxn modelId="{15B5E997-7A00-4D4A-BF77-E573DEBE11AC}" type="presOf" srcId="{868B6BA1-0DB7-4FB2-9E88-9EC122EC9104}" destId="{50EDD210-9821-43C7-B1B1-8B83AABBC6D9}" srcOrd="0" destOrd="0" presId="urn:microsoft.com/office/officeart/2005/8/layout/hList7"/>
    <dgm:cxn modelId="{71A9AAA9-AEE2-4735-8993-6440F94845B5}" type="presOf" srcId="{D685C04B-70FD-49E4-B1D2-E6C88EA76B7A}" destId="{64007B18-2354-4D20-AD51-6B5CBBC60D1F}" srcOrd="1" destOrd="0" presId="urn:microsoft.com/office/officeart/2005/8/layout/hList7"/>
    <dgm:cxn modelId="{E4473ABC-27C7-4FE2-B165-A35A5DB185CD}" type="presOf" srcId="{280E7BBC-E8F6-4D14-854E-6CA962814253}" destId="{7B5E84CB-267B-4CA4-9BE9-F913B2271113}" srcOrd="0" destOrd="0" presId="urn:microsoft.com/office/officeart/2005/8/layout/hList7"/>
    <dgm:cxn modelId="{C5BC08D4-8891-4821-836A-F1FCDE6D9666}" srcId="{868B6BA1-0DB7-4FB2-9E88-9EC122EC9104}" destId="{C9FB5C07-D47C-4BB0-B360-94540DF6A3C2}" srcOrd="1" destOrd="0" parTransId="{1F079527-AD02-4E6D-992C-BB1BB28CB8E6}" sibTransId="{96D76E5D-FEC5-41AE-9773-4D673F87BB21}"/>
    <dgm:cxn modelId="{1F512ADA-7A64-4097-B87A-A893802AC295}" type="presOf" srcId="{8E77F7A2-1A83-4631-BE90-D97985F26BC6}" destId="{D787C3D0-5291-495B-821F-19C6FB871C41}" srcOrd="0" destOrd="0" presId="urn:microsoft.com/office/officeart/2005/8/layout/hList7"/>
    <dgm:cxn modelId="{8D44DBE4-ED1D-4E21-8132-EB125E5069E9}" srcId="{868B6BA1-0DB7-4FB2-9E88-9EC122EC9104}" destId="{D685C04B-70FD-49E4-B1D2-E6C88EA76B7A}" srcOrd="2" destOrd="0" parTransId="{DCD7CD10-A5B1-4F27-ABBE-90AEE51A1E7C}" sibTransId="{498BF97D-792E-44A5-B030-71E1024102BA}"/>
    <dgm:cxn modelId="{EF4F86E5-F4C9-4072-91A9-1B0116C15544}" type="presOf" srcId="{8E77F7A2-1A83-4631-BE90-D97985F26BC6}" destId="{D33C724D-552F-4DC1-862C-7833ADFA21D2}" srcOrd="1" destOrd="0" presId="urn:microsoft.com/office/officeart/2005/8/layout/hList7"/>
    <dgm:cxn modelId="{F38221E9-F29E-4C98-88FF-B2A36D9F7379}" srcId="{868B6BA1-0DB7-4FB2-9E88-9EC122EC9104}" destId="{8E77F7A2-1A83-4631-BE90-D97985F26BC6}" srcOrd="0" destOrd="0" parTransId="{4249FE33-9B79-4473-BC92-939E3A280766}" sibTransId="{280E7BBC-E8F6-4D14-854E-6CA962814253}"/>
    <dgm:cxn modelId="{FE19C4F9-466E-4A80-B4F9-600FD03FBF1A}" type="presOf" srcId="{D685C04B-70FD-49E4-B1D2-E6C88EA76B7A}" destId="{E61463E8-5583-487D-B676-EBBE1838C1CA}" srcOrd="0" destOrd="0" presId="urn:microsoft.com/office/officeart/2005/8/layout/hList7"/>
    <dgm:cxn modelId="{2E4656FC-6D7A-4293-9B25-1B6AD62CF432}" type="presOf" srcId="{96D76E5D-FEC5-41AE-9773-4D673F87BB21}" destId="{7715BFE2-80E8-479B-B778-9770D944FD8A}" srcOrd="0" destOrd="0" presId="urn:microsoft.com/office/officeart/2005/8/layout/hList7"/>
    <dgm:cxn modelId="{963AB6FD-3A3C-40CB-B169-FF8C3146C42B}" type="presOf" srcId="{C9FB5C07-D47C-4BB0-B360-94540DF6A3C2}" destId="{414F31B6-0B7E-47F0-A229-2C423EAC6CA2}" srcOrd="1" destOrd="0" presId="urn:microsoft.com/office/officeart/2005/8/layout/hList7"/>
    <dgm:cxn modelId="{258E0F83-4944-4A49-A9B3-754E11583BC1}" type="presParOf" srcId="{50EDD210-9821-43C7-B1B1-8B83AABBC6D9}" destId="{DD33B9E0-3CFD-44B6-91AF-280ECC590E89}" srcOrd="0" destOrd="0" presId="urn:microsoft.com/office/officeart/2005/8/layout/hList7"/>
    <dgm:cxn modelId="{B7174162-2F86-4491-881C-324CE92C500C}" type="presParOf" srcId="{50EDD210-9821-43C7-B1B1-8B83AABBC6D9}" destId="{9FB341B5-B9E4-4E50-B9BE-19E5670BAF6D}" srcOrd="1" destOrd="0" presId="urn:microsoft.com/office/officeart/2005/8/layout/hList7"/>
    <dgm:cxn modelId="{73B36BD8-8EE2-4D70-830C-49E2C8F1E5F4}" type="presParOf" srcId="{9FB341B5-B9E4-4E50-B9BE-19E5670BAF6D}" destId="{1E811C9D-8A2B-457E-ADEB-119544BEAF74}" srcOrd="0" destOrd="0" presId="urn:microsoft.com/office/officeart/2005/8/layout/hList7"/>
    <dgm:cxn modelId="{639F4F67-B673-48AE-9A39-81AA720277BF}" type="presParOf" srcId="{1E811C9D-8A2B-457E-ADEB-119544BEAF74}" destId="{D787C3D0-5291-495B-821F-19C6FB871C41}" srcOrd="0" destOrd="0" presId="urn:microsoft.com/office/officeart/2005/8/layout/hList7"/>
    <dgm:cxn modelId="{CFA34B79-E348-487E-AB0A-4A86D335D407}" type="presParOf" srcId="{1E811C9D-8A2B-457E-ADEB-119544BEAF74}" destId="{D33C724D-552F-4DC1-862C-7833ADFA21D2}" srcOrd="1" destOrd="0" presId="urn:microsoft.com/office/officeart/2005/8/layout/hList7"/>
    <dgm:cxn modelId="{64F6C4DB-F763-41EB-B45A-97D38E0EF2DD}" type="presParOf" srcId="{1E811C9D-8A2B-457E-ADEB-119544BEAF74}" destId="{BF721BDB-8173-473B-823F-72BF4BA5DD20}" srcOrd="2" destOrd="0" presId="urn:microsoft.com/office/officeart/2005/8/layout/hList7"/>
    <dgm:cxn modelId="{7667B36B-789E-471C-A91B-AFE04045A6C5}" type="presParOf" srcId="{1E811C9D-8A2B-457E-ADEB-119544BEAF74}" destId="{BC34903D-5C3D-408A-B5CA-7A41DDDAFD2B}" srcOrd="3" destOrd="0" presId="urn:microsoft.com/office/officeart/2005/8/layout/hList7"/>
    <dgm:cxn modelId="{C498EFEA-3339-4D3A-BF68-3A3FFBAC001D}" type="presParOf" srcId="{9FB341B5-B9E4-4E50-B9BE-19E5670BAF6D}" destId="{7B5E84CB-267B-4CA4-9BE9-F913B2271113}" srcOrd="1" destOrd="0" presId="urn:microsoft.com/office/officeart/2005/8/layout/hList7"/>
    <dgm:cxn modelId="{A7E57665-8312-45ED-9D2B-D88B4A535A86}" type="presParOf" srcId="{9FB341B5-B9E4-4E50-B9BE-19E5670BAF6D}" destId="{4750A2B7-6E1C-4AFD-9A84-B21A16B49DD7}" srcOrd="2" destOrd="0" presId="urn:microsoft.com/office/officeart/2005/8/layout/hList7"/>
    <dgm:cxn modelId="{1DCB67BD-C6EF-4997-B19F-24C7C347D29F}" type="presParOf" srcId="{4750A2B7-6E1C-4AFD-9A84-B21A16B49DD7}" destId="{938FE8C8-D092-41FF-92A6-212A75C45884}" srcOrd="0" destOrd="0" presId="urn:microsoft.com/office/officeart/2005/8/layout/hList7"/>
    <dgm:cxn modelId="{B023CA1D-538D-4A83-8630-81FBA91278B0}" type="presParOf" srcId="{4750A2B7-6E1C-4AFD-9A84-B21A16B49DD7}" destId="{414F31B6-0B7E-47F0-A229-2C423EAC6CA2}" srcOrd="1" destOrd="0" presId="urn:microsoft.com/office/officeart/2005/8/layout/hList7"/>
    <dgm:cxn modelId="{B3148072-5DBC-468C-9B41-09B520A512B4}" type="presParOf" srcId="{4750A2B7-6E1C-4AFD-9A84-B21A16B49DD7}" destId="{6F0D2D96-DB1A-40F2-9525-958181F254CA}" srcOrd="2" destOrd="0" presId="urn:microsoft.com/office/officeart/2005/8/layout/hList7"/>
    <dgm:cxn modelId="{01930BDC-224C-4F5A-99E7-97DD5D86E1AB}" type="presParOf" srcId="{4750A2B7-6E1C-4AFD-9A84-B21A16B49DD7}" destId="{15E6305A-0C9C-41AE-BA03-1C2FE7D73CEB}" srcOrd="3" destOrd="0" presId="urn:microsoft.com/office/officeart/2005/8/layout/hList7"/>
    <dgm:cxn modelId="{EF6D2321-8B16-4598-BBD5-622F5A7FE652}" type="presParOf" srcId="{9FB341B5-B9E4-4E50-B9BE-19E5670BAF6D}" destId="{7715BFE2-80E8-479B-B778-9770D944FD8A}" srcOrd="3" destOrd="0" presId="urn:microsoft.com/office/officeart/2005/8/layout/hList7"/>
    <dgm:cxn modelId="{83871368-46FD-496D-9E58-DC42D75C0D5B}" type="presParOf" srcId="{9FB341B5-B9E4-4E50-B9BE-19E5670BAF6D}" destId="{6C19EE91-24DE-47D1-8682-FFCE71A08C9D}" srcOrd="4" destOrd="0" presId="urn:microsoft.com/office/officeart/2005/8/layout/hList7"/>
    <dgm:cxn modelId="{AAD9580A-86C2-46EC-8222-32EAA3776942}" type="presParOf" srcId="{6C19EE91-24DE-47D1-8682-FFCE71A08C9D}" destId="{E61463E8-5583-487D-B676-EBBE1838C1CA}" srcOrd="0" destOrd="0" presId="urn:microsoft.com/office/officeart/2005/8/layout/hList7"/>
    <dgm:cxn modelId="{6C114865-6E2E-4983-961C-D6A9E02D7997}" type="presParOf" srcId="{6C19EE91-24DE-47D1-8682-FFCE71A08C9D}" destId="{64007B18-2354-4D20-AD51-6B5CBBC60D1F}" srcOrd="1" destOrd="0" presId="urn:microsoft.com/office/officeart/2005/8/layout/hList7"/>
    <dgm:cxn modelId="{364A6F68-FB60-462C-80A4-7F889317F143}" type="presParOf" srcId="{6C19EE91-24DE-47D1-8682-FFCE71A08C9D}" destId="{2C11095F-87CC-4CE1-BCFA-D556BCCAC2B9}" srcOrd="2" destOrd="0" presId="urn:microsoft.com/office/officeart/2005/8/layout/hList7"/>
    <dgm:cxn modelId="{F2121BBD-8A6C-4DF0-BD97-226DC43FABC8}" type="presParOf" srcId="{6C19EE91-24DE-47D1-8682-FFCE71A08C9D}" destId="{7CDCEDBD-F061-470B-81A9-B8F2C55B878E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EDC907-82CE-41D7-9B63-AB7B9DA1B8FA}">
      <dsp:nvSpPr>
        <dsp:cNvPr id="0" name=""/>
        <dsp:cNvSpPr/>
      </dsp:nvSpPr>
      <dsp:spPr>
        <a:xfrm>
          <a:off x="0" y="400"/>
          <a:ext cx="9144000" cy="2386800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Stock Portfolio Investment Strategy (2015–2020)</a:t>
          </a:r>
          <a:endParaRPr lang="en-IN" sz="6000" kern="1200" dirty="0"/>
        </a:p>
      </dsp:txBody>
      <dsp:txXfrm>
        <a:off x="116514" y="116914"/>
        <a:ext cx="8910972" cy="21537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8B286-B0EF-40BE-8C36-E3C924962C66}">
      <dsp:nvSpPr>
        <dsp:cNvPr id="0" name=""/>
        <dsp:cNvSpPr/>
      </dsp:nvSpPr>
      <dsp:spPr>
        <a:xfrm>
          <a:off x="1635644" y="1052693"/>
          <a:ext cx="1981111" cy="1981111"/>
        </a:xfrm>
        <a:prstGeom prst="gear9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Data-Driven Portfolio Recommendations</a:t>
          </a:r>
        </a:p>
      </dsp:txBody>
      <dsp:txXfrm>
        <a:off x="2033935" y="1516759"/>
        <a:ext cx="1184529" cy="1018332"/>
      </dsp:txXfrm>
    </dsp:sp>
    <dsp:sp modelId="{F178A39D-679F-4405-ADD7-F21FB3360A93}">
      <dsp:nvSpPr>
        <dsp:cNvPr id="0" name=""/>
        <dsp:cNvSpPr/>
      </dsp:nvSpPr>
      <dsp:spPr>
        <a:xfrm>
          <a:off x="1665793" y="699535"/>
          <a:ext cx="2436766" cy="2436766"/>
        </a:xfrm>
        <a:prstGeom prst="circularArrow">
          <a:avLst>
            <a:gd name="adj1" fmla="val 4878"/>
            <a:gd name="adj2" fmla="val 312630"/>
            <a:gd name="adj3" fmla="val 3094659"/>
            <a:gd name="adj4" fmla="val 15287930"/>
            <a:gd name="adj5" fmla="val 5691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9E19AE-42D5-45DD-850F-3B6CD7728106}">
      <dsp:nvSpPr>
        <dsp:cNvPr id="0" name=""/>
        <dsp:cNvSpPr/>
      </dsp:nvSpPr>
      <dsp:spPr>
        <a:xfrm>
          <a:off x="0" y="0"/>
          <a:ext cx="6675119" cy="2867216"/>
        </a:xfrm>
        <a:prstGeom prst="roundRect">
          <a:avLst>
            <a:gd name="adj" fmla="val 85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2225278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/>
            <a:t>Kartikey Singh</a:t>
          </a:r>
          <a:endParaRPr lang="en-IN" sz="3600" b="1" kern="1200" dirty="0"/>
        </a:p>
      </dsp:txBody>
      <dsp:txXfrm>
        <a:off x="71381" y="71381"/>
        <a:ext cx="6532357" cy="2724454"/>
      </dsp:txXfrm>
    </dsp:sp>
    <dsp:sp modelId="{B813B29F-B2E5-4C31-9FA8-DF0DA1EF6AAC}">
      <dsp:nvSpPr>
        <dsp:cNvPr id="0" name=""/>
        <dsp:cNvSpPr/>
      </dsp:nvSpPr>
      <dsp:spPr>
        <a:xfrm>
          <a:off x="166878" y="716804"/>
          <a:ext cx="6341364" cy="2007051"/>
        </a:xfrm>
        <a:prstGeom prst="roundRect">
          <a:avLst>
            <a:gd name="adj" fmla="val 10500"/>
          </a:avLst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1274478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upGrad &amp; IIITB | Data Science Program (Feb 2025)</a:t>
          </a:r>
          <a:endParaRPr lang="en-IN" sz="2300" kern="1200" dirty="0"/>
        </a:p>
      </dsp:txBody>
      <dsp:txXfrm>
        <a:off x="228602" y="778528"/>
        <a:ext cx="6217916" cy="1883603"/>
      </dsp:txXfrm>
    </dsp:sp>
    <dsp:sp modelId="{3C4D9EE8-B23E-4D24-AC94-CA2F34492B3F}">
      <dsp:nvSpPr>
        <dsp:cNvPr id="0" name=""/>
        <dsp:cNvSpPr/>
      </dsp:nvSpPr>
      <dsp:spPr>
        <a:xfrm>
          <a:off x="333756" y="1433608"/>
          <a:ext cx="6007607" cy="1146886"/>
        </a:xfrm>
        <a:prstGeom prst="roundRect">
          <a:avLst>
            <a:gd name="adj" fmla="val 10500"/>
          </a:avLst>
        </a:prstGeom>
        <a:solidFill>
          <a:schemeClr val="accent1">
            <a:shade val="50000"/>
            <a:hueOff val="268329"/>
            <a:satOff val="-6535"/>
            <a:lumOff val="2859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163576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 dirty="0"/>
            <a:t>10/03/2026</a:t>
          </a:r>
          <a:endParaRPr lang="en-IN" sz="2300" kern="1200" dirty="0"/>
        </a:p>
      </dsp:txBody>
      <dsp:txXfrm>
        <a:off x="369027" y="1468879"/>
        <a:ext cx="5937065" cy="10763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CB27FB-99D7-46DB-AE23-7D0A9F96C7A8}">
      <dsp:nvSpPr>
        <dsp:cNvPr id="0" name=""/>
        <dsp:cNvSpPr/>
      </dsp:nvSpPr>
      <dsp:spPr>
        <a:xfrm>
          <a:off x="0" y="0"/>
          <a:ext cx="1325563" cy="1325563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1CB2C-09A5-42EB-818E-48C14AC1BA68}">
      <dsp:nvSpPr>
        <dsp:cNvPr id="0" name=""/>
        <dsp:cNvSpPr/>
      </dsp:nvSpPr>
      <dsp:spPr>
        <a:xfrm>
          <a:off x="662781" y="0"/>
          <a:ext cx="9852818" cy="1325563"/>
        </a:xfrm>
        <a:prstGeom prst="rect">
          <a:avLst/>
        </a:prstGeom>
        <a:solidFill>
          <a:schemeClr val="accent1">
            <a:lumMod val="75000"/>
            <a:alpha val="90000"/>
          </a:schemeClr>
        </a:solidFill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2410" tIns="232410" rIns="232410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>
              <a:solidFill>
                <a:schemeClr val="bg1"/>
              </a:solidFill>
            </a:rPr>
            <a:t>Investment Goal</a:t>
          </a:r>
        </a:p>
      </dsp:txBody>
      <dsp:txXfrm>
        <a:off x="662781" y="0"/>
        <a:ext cx="9852818" cy="13255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3DFD13-1CF3-41C5-B714-F70999A03B93}">
      <dsp:nvSpPr>
        <dsp:cNvPr id="0" name=""/>
        <dsp:cNvSpPr/>
      </dsp:nvSpPr>
      <dsp:spPr>
        <a:xfrm>
          <a:off x="2451" y="0"/>
          <a:ext cx="2569852" cy="331012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Analyze stock market performance</a:t>
          </a:r>
        </a:p>
      </dsp:txBody>
      <dsp:txXfrm>
        <a:off x="2451" y="1324051"/>
        <a:ext cx="2569852" cy="1324051"/>
      </dsp:txXfrm>
    </dsp:sp>
    <dsp:sp modelId="{911A9049-3E69-4DD4-92D2-71775E0BB549}">
      <dsp:nvSpPr>
        <dsp:cNvPr id="0" name=""/>
        <dsp:cNvSpPr/>
      </dsp:nvSpPr>
      <dsp:spPr>
        <a:xfrm>
          <a:off x="736241" y="198607"/>
          <a:ext cx="1102272" cy="110227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C7820A-37D0-4232-9DB6-1208995FA83D}">
      <dsp:nvSpPr>
        <dsp:cNvPr id="0" name=""/>
        <dsp:cNvSpPr/>
      </dsp:nvSpPr>
      <dsp:spPr>
        <a:xfrm>
          <a:off x="2649399" y="0"/>
          <a:ext cx="2569852" cy="331012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Identify top-performing sectors</a:t>
          </a:r>
        </a:p>
      </dsp:txBody>
      <dsp:txXfrm>
        <a:off x="2649399" y="1324051"/>
        <a:ext cx="2569852" cy="1324051"/>
      </dsp:txXfrm>
    </dsp:sp>
    <dsp:sp modelId="{E832E5BF-F4D4-437A-AD3D-D19F0FF9CDBB}">
      <dsp:nvSpPr>
        <dsp:cNvPr id="0" name=""/>
        <dsp:cNvSpPr/>
      </dsp:nvSpPr>
      <dsp:spPr>
        <a:xfrm>
          <a:off x="3383189" y="198607"/>
          <a:ext cx="1102272" cy="110227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163453-BD6C-4D24-B942-8099E26B06E5}">
      <dsp:nvSpPr>
        <dsp:cNvPr id="0" name=""/>
        <dsp:cNvSpPr/>
      </dsp:nvSpPr>
      <dsp:spPr>
        <a:xfrm>
          <a:off x="5296347" y="0"/>
          <a:ext cx="2569852" cy="331012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Build portfolios for two investors</a:t>
          </a:r>
          <a:endParaRPr lang="en-IN" sz="2300" kern="1200" dirty="0"/>
        </a:p>
      </dsp:txBody>
      <dsp:txXfrm>
        <a:off x="5296347" y="1324051"/>
        <a:ext cx="2569852" cy="1324051"/>
      </dsp:txXfrm>
    </dsp:sp>
    <dsp:sp modelId="{B9CA9775-2622-4818-B7B7-AAE2FC781B79}">
      <dsp:nvSpPr>
        <dsp:cNvPr id="0" name=""/>
        <dsp:cNvSpPr/>
      </dsp:nvSpPr>
      <dsp:spPr>
        <a:xfrm>
          <a:off x="6030137" y="198607"/>
          <a:ext cx="1102272" cy="110227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1A6861-B0A7-4D06-8924-BC8D1212DBDA}">
      <dsp:nvSpPr>
        <dsp:cNvPr id="0" name=""/>
        <dsp:cNvSpPr/>
      </dsp:nvSpPr>
      <dsp:spPr>
        <a:xfrm>
          <a:off x="7943295" y="0"/>
          <a:ext cx="2569852" cy="3310127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Optimize risk vs return</a:t>
          </a:r>
        </a:p>
      </dsp:txBody>
      <dsp:txXfrm>
        <a:off x="7943295" y="1324051"/>
        <a:ext cx="2569852" cy="1324051"/>
      </dsp:txXfrm>
    </dsp:sp>
    <dsp:sp modelId="{9A527CA5-8FE1-401F-931C-A47AF8841D7E}">
      <dsp:nvSpPr>
        <dsp:cNvPr id="0" name=""/>
        <dsp:cNvSpPr/>
      </dsp:nvSpPr>
      <dsp:spPr>
        <a:xfrm>
          <a:off x="8677085" y="198607"/>
          <a:ext cx="1102272" cy="1102272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B6958-9A9D-4882-9159-D2802B134A61}">
      <dsp:nvSpPr>
        <dsp:cNvPr id="0" name=""/>
        <dsp:cNvSpPr/>
      </dsp:nvSpPr>
      <dsp:spPr>
        <a:xfrm>
          <a:off x="420623" y="2648102"/>
          <a:ext cx="9674352" cy="496519"/>
        </a:xfrm>
        <a:prstGeom prst="left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892AC-0B6E-4268-8D6C-9D449457A9BE}">
      <dsp:nvSpPr>
        <dsp:cNvPr id="0" name=""/>
        <dsp:cNvSpPr/>
      </dsp:nvSpPr>
      <dsp:spPr>
        <a:xfrm rot="10800000">
          <a:off x="2713059" y="0"/>
          <a:ext cx="9455581" cy="1325563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536" tIns="232410" rIns="433832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 dirty="0"/>
            <a:t>Market Trends</a:t>
          </a:r>
        </a:p>
      </dsp:txBody>
      <dsp:txXfrm rot="10800000">
        <a:off x="3044450" y="0"/>
        <a:ext cx="9124190" cy="1325563"/>
      </dsp:txXfrm>
    </dsp:sp>
    <dsp:sp modelId="{216B29A9-6AC0-46B3-BD78-FDE9A2B93C68}">
      <dsp:nvSpPr>
        <dsp:cNvPr id="0" name=""/>
        <dsp:cNvSpPr/>
      </dsp:nvSpPr>
      <dsp:spPr>
        <a:xfrm>
          <a:off x="1475037" y="0"/>
          <a:ext cx="1325563" cy="1325563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D9AA2-A714-4938-A59A-5669EB4C11AC}">
      <dsp:nvSpPr>
        <dsp:cNvPr id="0" name=""/>
        <dsp:cNvSpPr/>
      </dsp:nvSpPr>
      <dsp:spPr>
        <a:xfrm>
          <a:off x="0" y="4241"/>
          <a:ext cx="4225580" cy="4339158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• </a:t>
          </a:r>
          <a:r>
            <a:rPr lang="en-US" sz="3000" b="1" kern="1200" dirty="0"/>
            <a:t>Technology sector</a:t>
          </a:r>
          <a:r>
            <a:rPr lang="en-US" sz="3000" kern="1200" dirty="0"/>
            <a:t> delivered the highest returns</a:t>
          </a:r>
          <a:br>
            <a:rPr lang="en-US" sz="3000" kern="1200" dirty="0"/>
          </a:br>
          <a:r>
            <a:rPr lang="en-US" sz="3000" kern="1200" dirty="0"/>
            <a:t>• </a:t>
          </a:r>
          <a:r>
            <a:rPr lang="en-US" sz="3000" b="1" kern="1200" dirty="0"/>
            <a:t>Healthcare stocks</a:t>
          </a:r>
          <a:r>
            <a:rPr lang="en-US" sz="3000" kern="1200" dirty="0"/>
            <a:t> showed stable performance</a:t>
          </a:r>
          <a:br>
            <a:rPr lang="en-US" sz="3000" kern="1200" dirty="0"/>
          </a:br>
          <a:r>
            <a:rPr lang="en-US" sz="3000" kern="1200" dirty="0"/>
            <a:t>• </a:t>
          </a:r>
          <a:r>
            <a:rPr lang="en-US" sz="3000" b="1" kern="1200" dirty="0"/>
            <a:t>Aviation sector</a:t>
          </a:r>
          <a:r>
            <a:rPr lang="en-US" sz="3000" kern="1200" dirty="0"/>
            <a:t> experienced high volatility</a:t>
          </a:r>
          <a:endParaRPr lang="en-IN" sz="3000" b="0" kern="1200" dirty="0"/>
        </a:p>
      </dsp:txBody>
      <dsp:txXfrm>
        <a:off x="123763" y="128004"/>
        <a:ext cx="3978054" cy="40916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F4829-CFFF-44C9-9037-86077F508421}">
      <dsp:nvSpPr>
        <dsp:cNvPr id="0" name=""/>
        <dsp:cNvSpPr/>
      </dsp:nvSpPr>
      <dsp:spPr>
        <a:xfrm>
          <a:off x="5134" y="0"/>
          <a:ext cx="10505330" cy="1325563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Risk vs Return Analysis</a:t>
          </a:r>
        </a:p>
      </dsp:txBody>
      <dsp:txXfrm>
        <a:off x="43958" y="38824"/>
        <a:ext cx="10427682" cy="12479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7C9992-FA76-45AB-929B-EA4D508A26F9}">
      <dsp:nvSpPr>
        <dsp:cNvPr id="0" name=""/>
        <dsp:cNvSpPr/>
      </dsp:nvSpPr>
      <dsp:spPr>
        <a:xfrm>
          <a:off x="0" y="34992"/>
          <a:ext cx="437083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Higher returns</a:t>
          </a:r>
          <a:r>
            <a:rPr lang="en-US" sz="2400" kern="1200" dirty="0"/>
            <a:t> typically involve </a:t>
          </a:r>
          <a:r>
            <a:rPr lang="en-US" sz="2400" b="1" kern="1200" dirty="0"/>
            <a:t>higher risk</a:t>
          </a:r>
          <a:endParaRPr lang="en-IN" sz="2400" kern="1200" dirty="0"/>
        </a:p>
      </dsp:txBody>
      <dsp:txXfrm>
        <a:off x="46606" y="81598"/>
        <a:ext cx="4277620" cy="861507"/>
      </dsp:txXfrm>
    </dsp:sp>
    <dsp:sp modelId="{7294B7E5-1446-44A7-B1D0-2C8BAA2C6ED6}">
      <dsp:nvSpPr>
        <dsp:cNvPr id="0" name=""/>
        <dsp:cNvSpPr/>
      </dsp:nvSpPr>
      <dsp:spPr>
        <a:xfrm>
          <a:off x="0" y="1058832"/>
          <a:ext cx="437083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Tech stocks</a:t>
          </a:r>
          <a:r>
            <a:rPr lang="en-US" sz="2400" kern="1200" dirty="0"/>
            <a:t> delivered strong returns with </a:t>
          </a:r>
          <a:r>
            <a:rPr lang="en-US" sz="2400" b="1" kern="1200" dirty="0"/>
            <a:t>moderate risk</a:t>
          </a:r>
          <a:endParaRPr lang="en-IN" sz="2400" kern="1200" dirty="0"/>
        </a:p>
      </dsp:txBody>
      <dsp:txXfrm>
        <a:off x="46606" y="1105438"/>
        <a:ext cx="4277620" cy="861507"/>
      </dsp:txXfrm>
    </dsp:sp>
    <dsp:sp modelId="{7A598FF9-D669-40FF-83E1-F7A9A158B2BC}">
      <dsp:nvSpPr>
        <dsp:cNvPr id="0" name=""/>
        <dsp:cNvSpPr/>
      </dsp:nvSpPr>
      <dsp:spPr>
        <a:xfrm>
          <a:off x="0" y="2082672"/>
          <a:ext cx="4370832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Diversification</a:t>
          </a:r>
          <a:r>
            <a:rPr lang="en-US" sz="2400" kern="1200" dirty="0"/>
            <a:t> reduces overall portfolio risk</a:t>
          </a:r>
          <a:endParaRPr lang="en-IN" sz="2400" kern="1200" dirty="0"/>
        </a:p>
      </dsp:txBody>
      <dsp:txXfrm>
        <a:off x="46606" y="2129278"/>
        <a:ext cx="4277620" cy="86150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2EEE3-590D-4C7C-A4AE-DF5305DAFF7B}">
      <dsp:nvSpPr>
        <dsp:cNvPr id="0" name=""/>
        <dsp:cNvSpPr/>
      </dsp:nvSpPr>
      <dsp:spPr>
        <a:xfrm rot="10800000">
          <a:off x="2545602" y="0"/>
          <a:ext cx="8790752" cy="1325563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536" tIns="209550" rIns="391160" bIns="2095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500" kern="1200" dirty="0"/>
            <a:t>Two Investment Strategies</a:t>
          </a:r>
        </a:p>
      </dsp:txBody>
      <dsp:txXfrm rot="10800000">
        <a:off x="2876993" y="0"/>
        <a:ext cx="8459361" cy="1325563"/>
      </dsp:txXfrm>
    </dsp:sp>
    <dsp:sp modelId="{954FA024-4F86-4E8A-A9CE-A773617DE14D}">
      <dsp:nvSpPr>
        <dsp:cNvPr id="0" name=""/>
        <dsp:cNvSpPr/>
      </dsp:nvSpPr>
      <dsp:spPr>
        <a:xfrm>
          <a:off x="1320888" y="0"/>
          <a:ext cx="1325563" cy="1325563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5189" t="5189" r="5189" b="5189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030ED-555B-407C-8D5C-801B1C1B5CD1}">
      <dsp:nvSpPr>
        <dsp:cNvPr id="0" name=""/>
        <dsp:cNvSpPr/>
      </dsp:nvSpPr>
      <dsp:spPr>
        <a:xfrm>
          <a:off x="51" y="76644"/>
          <a:ext cx="4913783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Conservative Portfolio</a:t>
          </a:r>
          <a:endParaRPr lang="en-IN" sz="1900" kern="1200" dirty="0"/>
        </a:p>
      </dsp:txBody>
      <dsp:txXfrm>
        <a:off x="51" y="76644"/>
        <a:ext cx="4913783" cy="547200"/>
      </dsp:txXfrm>
    </dsp:sp>
    <dsp:sp modelId="{1AC4B025-FDE8-4AE2-A4CC-D1C04A8C3250}">
      <dsp:nvSpPr>
        <dsp:cNvPr id="0" name=""/>
        <dsp:cNvSpPr/>
      </dsp:nvSpPr>
      <dsp:spPr>
        <a:xfrm>
          <a:off x="51" y="623844"/>
          <a:ext cx="4913783" cy="36508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Goal: Stable growth with lower risk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Stocks:</a:t>
          </a:r>
          <a:endParaRPr lang="en-IN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JNJ</a:t>
          </a:r>
          <a:endParaRPr lang="en-IN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PFE</a:t>
          </a:r>
          <a:endParaRPr lang="en-IN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MRK</a:t>
          </a:r>
          <a:endParaRPr lang="en-IN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UNH</a:t>
          </a:r>
          <a:endParaRPr lang="en-IN" sz="1900" kern="120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MSFT</a:t>
          </a:r>
          <a:endParaRPr lang="en-IN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Focus:</a:t>
          </a:r>
          <a:endParaRPr lang="en-I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Healthcare stability</a:t>
          </a:r>
          <a:endParaRPr lang="en-I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Strong risk-adjusted returns</a:t>
          </a:r>
          <a:endParaRPr lang="en-IN" sz="1900" kern="1200" dirty="0"/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Lower volatility</a:t>
          </a:r>
          <a:endParaRPr lang="en-IN" sz="1900" kern="1200" dirty="0"/>
        </a:p>
      </dsp:txBody>
      <dsp:txXfrm>
        <a:off x="51" y="623844"/>
        <a:ext cx="4913783" cy="3650849"/>
      </dsp:txXfrm>
    </dsp:sp>
    <dsp:sp modelId="{3704774A-E98B-4E87-83FE-07C5FCE21B79}">
      <dsp:nvSpPr>
        <dsp:cNvPr id="0" name=""/>
        <dsp:cNvSpPr/>
      </dsp:nvSpPr>
      <dsp:spPr>
        <a:xfrm>
          <a:off x="5601764" y="76644"/>
          <a:ext cx="4913783" cy="547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Aggressive Portfolio</a:t>
          </a:r>
          <a:endParaRPr lang="en-IN" sz="1900" kern="1200" dirty="0"/>
        </a:p>
      </dsp:txBody>
      <dsp:txXfrm>
        <a:off x="5601764" y="76644"/>
        <a:ext cx="4913783" cy="547200"/>
      </dsp:txXfrm>
    </dsp:sp>
    <dsp:sp modelId="{7F03D497-FB4E-45C8-B232-02E00015D199}">
      <dsp:nvSpPr>
        <dsp:cNvPr id="0" name=""/>
        <dsp:cNvSpPr/>
      </dsp:nvSpPr>
      <dsp:spPr>
        <a:xfrm>
          <a:off x="5601764" y="623844"/>
          <a:ext cx="4913783" cy="365084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 dirty="0"/>
            <a:t>Goal: Maximize return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Stocks: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AMZN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AAPL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MSFT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ALGT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UNH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Focus: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Technology growth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Momentum investing</a:t>
          </a:r>
        </a:p>
        <a:p>
          <a:pPr marL="342900" lvl="2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900" kern="1200"/>
            <a:t>Higher risk tolerance</a:t>
          </a:r>
        </a:p>
      </dsp:txBody>
      <dsp:txXfrm>
        <a:off x="5601764" y="623844"/>
        <a:ext cx="4913783" cy="36508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40864-1D8E-4557-ADB7-82931367C0E8}">
      <dsp:nvSpPr>
        <dsp:cNvPr id="0" name=""/>
        <dsp:cNvSpPr/>
      </dsp:nvSpPr>
      <dsp:spPr>
        <a:xfrm rot="10800000">
          <a:off x="2864974" y="0"/>
          <a:ext cx="10058705" cy="1325563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536" tIns="232410" rIns="433832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6100" kern="1200"/>
            <a:t>Portfolio Results</a:t>
          </a:r>
        </a:p>
      </dsp:txBody>
      <dsp:txXfrm rot="10800000">
        <a:off x="3196365" y="0"/>
        <a:ext cx="9727314" cy="1325563"/>
      </dsp:txXfrm>
    </dsp:sp>
    <dsp:sp modelId="{7990DD68-BD81-4BC3-8FE4-AE262AA78FBC}">
      <dsp:nvSpPr>
        <dsp:cNvPr id="0" name=""/>
        <dsp:cNvSpPr/>
      </dsp:nvSpPr>
      <dsp:spPr>
        <a:xfrm>
          <a:off x="2202192" y="0"/>
          <a:ext cx="1325563" cy="132556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DC201C-E123-492F-9FC1-672C32F2ADCC}">
      <dsp:nvSpPr>
        <dsp:cNvPr id="0" name=""/>
        <dsp:cNvSpPr/>
      </dsp:nvSpPr>
      <dsp:spPr>
        <a:xfrm>
          <a:off x="0" y="164588"/>
          <a:ext cx="4346449" cy="3814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Conservative portfolio shows </a:t>
          </a:r>
          <a:r>
            <a:rPr lang="en-US" sz="2700" b="1" kern="1200" dirty="0"/>
            <a:t>stable capital growth</a:t>
          </a:r>
          <a:br>
            <a:rPr lang="en-US" sz="2700" kern="1200" dirty="0"/>
          </a:br>
          <a:r>
            <a:rPr lang="en-US" sz="2700" kern="1200" dirty="0"/>
            <a:t>• Aggressive portfolio delivers </a:t>
          </a:r>
          <a:r>
            <a:rPr lang="en-US" sz="2700" b="1" kern="1200" dirty="0"/>
            <a:t>higher return potential</a:t>
          </a:r>
          <a:br>
            <a:rPr lang="en-US" sz="2700" kern="1200" dirty="0"/>
          </a:br>
          <a:r>
            <a:rPr lang="en-US" sz="2700" kern="1200" dirty="0"/>
            <a:t>• Diversification improves </a:t>
          </a:r>
          <a:r>
            <a:rPr lang="en-US" sz="2700" b="1" kern="1200" dirty="0"/>
            <a:t>risk-adjusted performance</a:t>
          </a:r>
          <a:endParaRPr lang="en-IN" sz="2700" kern="1200" dirty="0"/>
        </a:p>
      </dsp:txBody>
      <dsp:txXfrm>
        <a:off x="111708" y="276296"/>
        <a:ext cx="4123033" cy="359059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4920A-C230-46DF-B1D7-9D4BDC2EC695}">
      <dsp:nvSpPr>
        <dsp:cNvPr id="0" name=""/>
        <dsp:cNvSpPr/>
      </dsp:nvSpPr>
      <dsp:spPr>
        <a:xfrm>
          <a:off x="5134" y="0"/>
          <a:ext cx="10505330" cy="1325563"/>
        </a:xfrm>
        <a:prstGeom prst="roundRect">
          <a:avLst>
            <a:gd name="adj" fmla="val 10000"/>
          </a:avLst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ctr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Recommendations</a:t>
          </a:r>
        </a:p>
      </dsp:txBody>
      <dsp:txXfrm>
        <a:off x="43958" y="38824"/>
        <a:ext cx="10427682" cy="124791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0492F9-84B0-4256-B871-75FA867877F7}">
      <dsp:nvSpPr>
        <dsp:cNvPr id="0" name=""/>
        <dsp:cNvSpPr/>
      </dsp:nvSpPr>
      <dsp:spPr>
        <a:xfrm>
          <a:off x="0" y="0"/>
          <a:ext cx="1868516" cy="1868516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A64E10-E70B-4491-9264-D8E1AA5394AE}">
      <dsp:nvSpPr>
        <dsp:cNvPr id="0" name=""/>
        <dsp:cNvSpPr/>
      </dsp:nvSpPr>
      <dsp:spPr>
        <a:xfrm>
          <a:off x="934258" y="0"/>
          <a:ext cx="5314298" cy="186851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Technology stocks delivered the </a:t>
          </a:r>
          <a:r>
            <a:rPr lang="en-US" sz="2200" b="1" kern="1200" dirty="0"/>
            <a:t>strongest growth</a:t>
          </a:r>
          <a:endParaRPr lang="en-US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Healthcare stocks provided </a:t>
          </a:r>
          <a:r>
            <a:rPr lang="en-US" sz="2200" b="1" kern="1200" dirty="0"/>
            <a:t>stable returns</a:t>
          </a:r>
          <a:endParaRPr lang="en-US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Diversification </a:t>
          </a:r>
          <a:r>
            <a:rPr lang="en-US" sz="2200" b="1" kern="1200" dirty="0"/>
            <a:t>reduces overall portfolio risk</a:t>
          </a:r>
          <a:endParaRPr lang="en-IN" sz="2200" kern="1200" dirty="0"/>
        </a:p>
      </dsp:txBody>
      <dsp:txXfrm>
        <a:off x="934258" y="0"/>
        <a:ext cx="5314298" cy="186851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C63E35-4BED-4E46-85F6-EE87E1856F41}">
      <dsp:nvSpPr>
        <dsp:cNvPr id="0" name=""/>
        <dsp:cNvSpPr/>
      </dsp:nvSpPr>
      <dsp:spPr>
        <a:xfrm>
          <a:off x="-2521613" y="-423346"/>
          <a:ext cx="3276616" cy="3276616"/>
        </a:xfrm>
        <a:prstGeom prst="blockArc">
          <a:avLst>
            <a:gd name="adj1" fmla="val 18900000"/>
            <a:gd name="adj2" fmla="val 2700000"/>
            <a:gd name="adj3" fmla="val 659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6C81BD-8AE9-4171-8DB7-92B68F39CBE3}">
      <dsp:nvSpPr>
        <dsp:cNvPr id="0" name=""/>
        <dsp:cNvSpPr/>
      </dsp:nvSpPr>
      <dsp:spPr>
        <a:xfrm>
          <a:off x="734445" y="627404"/>
          <a:ext cx="5514110" cy="11751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4376" tIns="35560" rIns="35560" bIns="3556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Recommendations</a:t>
          </a:r>
          <a:endParaRPr lang="en-IN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✔ Conservative investors → Healthcare + blue-chip tech stocks</a:t>
          </a:r>
          <a:br>
            <a:rPr lang="en-US" sz="1400" kern="1200" dirty="0"/>
          </a:br>
          <a:r>
            <a:rPr lang="en-US" sz="1400" kern="1200" dirty="0"/>
            <a:t>✔ Aggressive investors → High-growth technology stocks</a:t>
          </a:r>
          <a:br>
            <a:rPr lang="en-US" sz="1400" kern="1200" dirty="0"/>
          </a:br>
          <a:r>
            <a:rPr lang="en-US" sz="1400" kern="1200" dirty="0"/>
            <a:t>✔ Diversified portfolios reduce overall risk</a:t>
          </a:r>
          <a:endParaRPr lang="en-IN" sz="1400" kern="1200" dirty="0"/>
        </a:p>
      </dsp:txBody>
      <dsp:txXfrm>
        <a:off x="734445" y="627404"/>
        <a:ext cx="5514110" cy="1175113"/>
      </dsp:txXfrm>
    </dsp:sp>
    <dsp:sp modelId="{4529FF6D-7343-42F1-BC64-3FA32D7342B0}">
      <dsp:nvSpPr>
        <dsp:cNvPr id="0" name=""/>
        <dsp:cNvSpPr/>
      </dsp:nvSpPr>
      <dsp:spPr>
        <a:xfrm>
          <a:off x="0" y="480515"/>
          <a:ext cx="1468891" cy="1468891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46906-9F27-4D24-801A-A0FA81E3E002}">
      <dsp:nvSpPr>
        <dsp:cNvPr id="0" name=""/>
        <dsp:cNvSpPr/>
      </dsp:nvSpPr>
      <dsp:spPr>
        <a:xfrm>
          <a:off x="-1749160" y="-296198"/>
          <a:ext cx="2283084" cy="2283084"/>
        </a:xfrm>
        <a:prstGeom prst="blockArc">
          <a:avLst>
            <a:gd name="adj1" fmla="val 18900000"/>
            <a:gd name="adj2" fmla="val 2700000"/>
            <a:gd name="adj3" fmla="val 946"/>
          </a:avLst>
        </a:pr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66E708-EAD3-4329-94AD-D36E171448FF}">
      <dsp:nvSpPr>
        <dsp:cNvPr id="0" name=""/>
        <dsp:cNvSpPr/>
      </dsp:nvSpPr>
      <dsp:spPr>
        <a:xfrm>
          <a:off x="521035" y="428515"/>
          <a:ext cx="9994564" cy="833656"/>
        </a:xfrm>
        <a:prstGeom prst="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70992" tIns="109220" rIns="109220" bIns="10922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Dashboard</a:t>
          </a:r>
          <a:endParaRPr lang="en-IN" sz="4300" kern="1200" dirty="0"/>
        </a:p>
      </dsp:txBody>
      <dsp:txXfrm>
        <a:off x="521035" y="428515"/>
        <a:ext cx="9994564" cy="833656"/>
      </dsp:txXfrm>
    </dsp:sp>
    <dsp:sp modelId="{5E074199-A1A3-4CA0-8C2E-4D56BDB08358}">
      <dsp:nvSpPr>
        <dsp:cNvPr id="0" name=""/>
        <dsp:cNvSpPr/>
      </dsp:nvSpPr>
      <dsp:spPr>
        <a:xfrm>
          <a:off x="0" y="324308"/>
          <a:ext cx="1042070" cy="104207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B882A-745D-4F1B-A394-D57699DDCF6B}">
      <dsp:nvSpPr>
        <dsp:cNvPr id="0" name=""/>
        <dsp:cNvSpPr/>
      </dsp:nvSpPr>
      <dsp:spPr>
        <a:xfrm>
          <a:off x="1207945" y="0"/>
          <a:ext cx="1077670" cy="4278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The dashboard helps investors track portfolio performance, assess risk, and identify investment opportunities.</a:t>
          </a:r>
          <a:endParaRPr lang="en-IN" sz="1200" kern="1200" dirty="0"/>
        </a:p>
      </dsp:txBody>
      <dsp:txXfrm>
        <a:off x="1260553" y="52608"/>
        <a:ext cx="972454" cy="4172977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4C22F-E8F1-4EE5-988E-F0858CC45794}">
      <dsp:nvSpPr>
        <dsp:cNvPr id="0" name=""/>
        <dsp:cNvSpPr/>
      </dsp:nvSpPr>
      <dsp:spPr>
        <a:xfrm rot="10800000">
          <a:off x="2657242" y="0"/>
          <a:ext cx="9233978" cy="1325563"/>
        </a:xfrm>
        <a:prstGeom prst="homePlate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4536" tIns="232410" rIns="433832" bIns="232410" numCol="1" spcCol="1270" anchor="ctr" anchorCtr="0">
          <a:noAutofit/>
        </a:bodyPr>
        <a:lstStyle/>
        <a:p>
          <a:pPr marL="0" lvl="0" indent="0" algn="ctr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Final Insight</a:t>
          </a:r>
          <a:endParaRPr lang="en-IN" sz="6100" kern="1200"/>
        </a:p>
      </dsp:txBody>
      <dsp:txXfrm rot="10800000">
        <a:off x="2988633" y="0"/>
        <a:ext cx="8902587" cy="1325563"/>
      </dsp:txXfrm>
    </dsp:sp>
    <dsp:sp modelId="{BD9E9A4C-A31A-420E-9361-1C913F718CE1}">
      <dsp:nvSpPr>
        <dsp:cNvPr id="0" name=""/>
        <dsp:cNvSpPr/>
      </dsp:nvSpPr>
      <dsp:spPr>
        <a:xfrm>
          <a:off x="1664528" y="0"/>
          <a:ext cx="1325563" cy="132556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87C3D0-5291-495B-821F-19C6FB871C41}">
      <dsp:nvSpPr>
        <dsp:cNvPr id="0" name=""/>
        <dsp:cNvSpPr/>
      </dsp:nvSpPr>
      <dsp:spPr>
        <a:xfrm>
          <a:off x="2207" y="0"/>
          <a:ext cx="3435027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 Growth → Technology stocks</a:t>
          </a:r>
        </a:p>
      </dsp:txBody>
      <dsp:txXfrm>
        <a:off x="2207" y="1740535"/>
        <a:ext cx="3435027" cy="1740535"/>
      </dsp:txXfrm>
    </dsp:sp>
    <dsp:sp modelId="{BC34903D-5C3D-408A-B5CA-7A41DDDAFD2B}">
      <dsp:nvSpPr>
        <dsp:cNvPr id="0" name=""/>
        <dsp:cNvSpPr/>
      </dsp:nvSpPr>
      <dsp:spPr>
        <a:xfrm>
          <a:off x="995223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8FE8C8-D092-41FF-92A6-212A75C45884}">
      <dsp:nvSpPr>
        <dsp:cNvPr id="0" name=""/>
        <dsp:cNvSpPr/>
      </dsp:nvSpPr>
      <dsp:spPr>
        <a:xfrm>
          <a:off x="3540286" y="0"/>
          <a:ext cx="3435027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 Stability → Healthcare stocks</a:t>
          </a:r>
        </a:p>
      </dsp:txBody>
      <dsp:txXfrm>
        <a:off x="3540286" y="1740535"/>
        <a:ext cx="3435027" cy="1740535"/>
      </dsp:txXfrm>
    </dsp:sp>
    <dsp:sp modelId="{15E6305A-0C9C-41AE-BA03-1C2FE7D73CEB}">
      <dsp:nvSpPr>
        <dsp:cNvPr id="0" name=""/>
        <dsp:cNvSpPr/>
      </dsp:nvSpPr>
      <dsp:spPr>
        <a:xfrm>
          <a:off x="4533302" y="261080"/>
          <a:ext cx="1448995" cy="1448995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463E8-5583-487D-B676-EBBE1838C1CA}">
      <dsp:nvSpPr>
        <dsp:cNvPr id="0" name=""/>
        <dsp:cNvSpPr/>
      </dsp:nvSpPr>
      <dsp:spPr>
        <a:xfrm>
          <a:off x="7078364" y="0"/>
          <a:ext cx="3435027" cy="435133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0472" tIns="220472" rIns="220472" bIns="220472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 Balanced strategy → Diversified portfolio</a:t>
          </a:r>
        </a:p>
      </dsp:txBody>
      <dsp:txXfrm>
        <a:off x="7078364" y="1740535"/>
        <a:ext cx="3435027" cy="1740535"/>
      </dsp:txXfrm>
    </dsp:sp>
    <dsp:sp modelId="{7CDCEDBD-F061-470B-81A9-B8F2C55B878E}">
      <dsp:nvSpPr>
        <dsp:cNvPr id="0" name=""/>
        <dsp:cNvSpPr/>
      </dsp:nvSpPr>
      <dsp:spPr>
        <a:xfrm>
          <a:off x="8071380" y="261080"/>
          <a:ext cx="1448995" cy="1448995"/>
        </a:xfrm>
        <a:prstGeom prst="ellipse">
          <a:avLst/>
        </a:prstGeom>
        <a:blipFill rotWithShape="1"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3B9E0-3CFD-44B6-91AF-280ECC590E89}">
      <dsp:nvSpPr>
        <dsp:cNvPr id="0" name=""/>
        <dsp:cNvSpPr/>
      </dsp:nvSpPr>
      <dsp:spPr>
        <a:xfrm>
          <a:off x="420623" y="3481070"/>
          <a:ext cx="9674352" cy="652700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2">
  <dgm:title val=""/>
  <dgm:desc val=""/>
  <dgm:catLst>
    <dgm:cat type="relationship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chMax val="3"/>
      <dgm:chPref val="1"/>
      <dgm:dir/>
      <dgm:animLvl val="lvl"/>
      <dgm:resizeHandles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 ch" ptType="node node" st="1 1" cnt="1 0" func="cnt" op="gt" val="0">
            <dgm:choose name="Name5">
              <dgm:if name="Name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395"/>
                  <dgm:constr type="t" for="ch" forName="centerBox" refType="h" fact="0.5"/>
                  <dgm:constr type="w" for="ch" forName="centerBox" refType="w" fact="0.5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2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22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8">
            <dgm:choose name="Name9">
              <dgm:if name="Name1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26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if>
      <dgm:else name="Name12">
        <dgm:choose name="Name13">
          <dgm:if name="Name14" axis="ch ch" ptType="node node" st="1 1" cnt="1 0" func="cnt" op="gt" val="0">
            <dgm:choose name="Name15">
              <dgm:if name="Name16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5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17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77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725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if>
          <dgm:else name="Name18">
            <dgm:choose name="Name19">
              <dgm:if name="Name20" axis="ch ch" ptType="node node" st="2 1" cnt="1 0" func="cnt" op="gt" val="0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6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if>
              <dgm:else name="Name21">
                <dgm:constrLst>
                  <dgm:constr type="primFontSz" for="des" forName="middleBoxParent" val="65"/>
                  <dgm:constr type="primFontSz" for="des" forName="mChild" val="65"/>
                  <dgm:constr type="primFontSz" for="des" forName="outerBoxParent" refType="primFontSz" refFor="des" refForName="middleBoxParent" op="equ"/>
                  <dgm:constr type="primFontSz" for="des" forName="centerBoxParent" refType="primFontSz" refFor="des" refForName="middleBoxParent" op="equ"/>
                  <dgm:constr type="primFontSz" for="des" forName="oChild" refType="primFontSz" refFor="des" refForName="mChild" op="equ"/>
                  <dgm:constr type="primFontSz" for="des" forName="cChild" refType="primFontSz" refFor="des" refForName="mChild" op="equ"/>
                  <dgm:constr type="l" for="ch" forName="outerBox"/>
                  <dgm:constr type="t" for="ch" forName="outerBox"/>
                  <dgm:constr type="w" for="ch" forName="outerBox" refType="w"/>
                  <dgm:constr type="h" for="ch" forName="outerBox" refType="h"/>
                  <dgm:constr type="l" for="ch" forName="middleBox" refType="w" fact="0.025"/>
                  <dgm:constr type="t" for="ch" forName="middleBox" refType="h" fact="0.25"/>
                  <dgm:constr type="w" for="ch" forName="middleBox" refType="w" fact="0.95"/>
                  <dgm:constr type="h" for="ch" forName="middleBox" refType="h" fact="0.7"/>
                  <dgm:constr type="l" for="ch" forName="centerBox" refType="w" fact="0.05"/>
                  <dgm:constr type="t" for="ch" forName="centerBox" refType="h" fact="0.5"/>
                  <dgm:constr type="w" for="ch" forName="centerBox" refType="w" fact="0.9"/>
                  <dgm:constr type="h" for="ch" forName="centerBox" refType="h" fact="0.4"/>
                  <dgm:constr type="userA" for="des" forName="outerSibTrans" refType="w"/>
                  <dgm:constr type="userA" for="des" forName="middleSibTrans" refType="w"/>
                  <dgm:constr type="userA" for="des" forName="centerSibTrans" refType="w"/>
                </dgm:constrLst>
              </dgm:else>
            </dgm:choose>
          </dgm:else>
        </dgm:choose>
      </dgm:else>
    </dgm:choose>
    <dgm:ruleLst/>
    <dgm:choose name="Name22">
      <dgm:if name="Name23" axis="root ch" ptType="all node" st="1 1" cnt="0 0" func="cnt" op="gte" val="1">
        <dgm:layoutNode name="outerBox" styleLbl="node1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24">
            <dgm:if name="Name25" axis="root ch" ptType="all node" st="1 1" cnt="0 0" func="cnt" op="gt" val="1">
              <dgm:choose name="Name26">
                <dgm:if name="Name27" func="var" arg="dir" op="equ" val="norm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0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if>
                <dgm:else name="Name28">
                  <dgm:constrLst>
                    <dgm:constr type="l" for="ch" forName="outerBoxParent"/>
                    <dgm:constr type="t" for="ch" forName="outerBoxParent"/>
                    <dgm:constr type="w" for="ch" forName="outerBoxParent" refType="w"/>
                    <dgm:constr type="h" for="ch" forName="outerBoxParent" refType="h"/>
                    <dgm:constr type="bMarg" for="ch" forName="outerBoxParent" refType="h" fact="2.2"/>
                    <dgm:constr type="l" for="ch" forName="outerBoxChildren" refType="w" fact="0.825"/>
                    <dgm:constr type="t" for="ch" forName="outerBoxChildren" refType="h" fact="0.25"/>
                    <dgm:constr type="w" for="ch" forName="outerBoxChildren" refType="w" fact="0.15"/>
                    <dgm:constr type="h" for="ch" forName="outerBoxChildren" refType="h" fact="0.7"/>
                  </dgm:constrLst>
                </dgm:else>
              </dgm:choose>
            </dgm:if>
            <dgm:else name="Name29">
              <dgm:constrLst>
                <dgm:constr type="l" for="ch" forName="outerBoxParent"/>
                <dgm:constr type="t" for="ch" forName="outerBoxParent"/>
                <dgm:constr type="w" for="ch" forName="outerBoxParent" refType="w"/>
                <dgm:constr type="h" for="ch" forName="outerBoxParent" refType="h"/>
                <dgm:constr type="bMarg" for="ch" forName="outerBoxParent" refType="h" fact="1.75"/>
                <dgm:constr type="l" for="ch" forName="outerBoxChildren" refType="w" fact="0.025"/>
                <dgm:constr type="t" for="ch" forName="outerBoxChildren" refType="h" fact="0.45"/>
                <dgm:constr type="w" for="ch" forName="outerBoxChildren" refType="w" fact="0.95"/>
                <dgm:constr type="h" for="ch" forName="outerBoxChildren" refType="h" fact="0.45"/>
              </dgm:constrLst>
            </dgm:else>
          </dgm:choose>
          <dgm:ruleLst/>
          <dgm:layoutNode name="ou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085"/>
              </dgm:adjLst>
            </dgm:shape>
            <dgm:presOf axis="ch" ptType="node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outerBoxChildren">
            <dgm:choose name="Name30">
              <dgm:if name="Name31" axis="root ch" ptType="all node" st="1 1" cnt="0 0" func="cnt" op="gt" val="1">
                <dgm:alg type="lin">
                  <dgm:param type="linDir" val="fromT"/>
                  <dgm:param type="vertAlign" val="t"/>
                </dgm:alg>
              </dgm:if>
              <dgm:else name="Name32">
                <dgm:choose name="Name33">
                  <dgm:if name="Name34" func="var" arg="dir" op="equ" val="norm">
                    <dgm:alg type="lin">
                      <dgm:param type="horzAlign" val="l"/>
                    </dgm:alg>
                  </dgm:if>
                  <dgm:else name="Name35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oChild" refType="w"/>
              <dgm:constr type="h" for="ch" forName="oChild" refType="h"/>
            </dgm:constrLst>
            <dgm:ruleLst/>
            <dgm:forEach name="Name36" axis="ch ch" ptType="node node" st="1 1" cnt="1 0">
              <dgm:layoutNode name="o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37" axis="followSib" ptType="sibTrans" cnt="1">
                <dgm:layoutNode name="outer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38"/>
    </dgm:choose>
    <dgm:choose name="Name39">
      <dgm:if name="Name40" axis="root ch" ptType="all node" st="1 1" cnt="0 0" func="cnt" op="gte" val="2">
        <dgm:layoutNode name="middle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41">
            <dgm:if name="Name42" axis="root ch" ptType="all node" st="1 1" cnt="0 0" func="cnt" op="gt" val="2">
              <dgm:choose name="Name43">
                <dgm:if name="Name44" func="var" arg="dir" op="equ" val="norm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02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if>
                <dgm:else name="Name45">
                  <dgm:constrLst>
                    <dgm:constr type="l" for="ch" forName="middleBoxParent"/>
                    <dgm:constr type="t" for="ch" forName="middleBoxParent"/>
                    <dgm:constr type="w" for="ch" forName="middleBoxParent" refType="w"/>
                    <dgm:constr type="h" for="ch" forName="middleBoxParent" refType="h"/>
                    <dgm:constr type="bMarg" for="ch" forName="middleBoxParent" refType="h" fact="1.8"/>
                    <dgm:constr type="l" for="ch" forName="middleBoxChildren" refType="w" fact="0.775"/>
                    <dgm:constr type="t" for="ch" forName="middleBoxChildren" refType="h" fact="0.35"/>
                    <dgm:constr type="w" for="ch" forName="middleBoxChildren" refType="w" fact="0.2"/>
                    <dgm:constr type="h" for="ch" forName="middleBoxChildren" refType="h" fact="0.575"/>
                  </dgm:constrLst>
                </dgm:else>
              </dgm:choose>
            </dgm:if>
            <dgm:else name="Name46">
              <dgm:constrLst>
                <dgm:constr type="l" for="ch" forName="middleBoxParent"/>
                <dgm:constr type="t" for="ch" forName="middleBoxParent"/>
                <dgm:constr type="w" for="ch" forName="middleBoxParent" refType="w"/>
                <dgm:constr type="h" for="ch" forName="middleBoxParent" refType="h"/>
                <dgm:constr type="bMarg" for="ch" forName="middleBoxParent" refType="h" fact="1.8"/>
                <dgm:constr type="l" for="ch" forName="middleBoxChildren" refType="w" fact="0.025"/>
                <dgm:constr type="t" for="ch" forName="middleBoxChildren" refType="h" fact="0.45"/>
                <dgm:constr type="w" for="ch" forName="middleBoxChildren" refType="w" fact="0.95"/>
                <dgm:constr type="h" for="ch" forName="middleBoxChildren" refType="h" fact="0.45"/>
              </dgm:constrLst>
            </dgm:else>
          </dgm:choose>
          <dgm:ruleLst/>
          <dgm:layoutNode name="middle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2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layoutNode name="middleBoxChildren">
            <dgm:choose name="Name47">
              <dgm:if name="Name48" axis="root ch" ptType="all node" st="1 1" cnt="0 0" func="cnt" op="gt" val="2">
                <dgm:alg type="lin">
                  <dgm:param type="linDir" val="fromT"/>
                  <dgm:param type="vertAlign" val="t"/>
                </dgm:alg>
              </dgm:if>
              <dgm:else name="Name49">
                <dgm:choose name="Name50">
                  <dgm:if name="Name51" func="var" arg="dir" op="equ" val="norm">
                    <dgm:alg type="lin">
                      <dgm:param type="horzAlign" val="l"/>
                    </dgm:alg>
                  </dgm:if>
                  <dgm:else name="Name52">
                    <dgm:alg type="lin">
                      <dgm:param type="linDir" val="fromR"/>
                      <dgm:param type="horz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>
              <dgm:constr type="w" for="ch" forName="mChild" refType="w"/>
              <dgm:constr type="h" for="ch" forName="mChild" refType="h"/>
            </dgm:constrLst>
            <dgm:ruleLst/>
            <dgm:forEach name="Name53" axis="ch ch" ptType="node node" st="2 1" cnt="1 0">
              <dgm:layoutNode name="mChild" styleLbl="fgAcc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forEach name="Name54" axis="followSib" ptType="sibTrans" cnt="1">
                <dgm:layoutNode name="middleSibTrans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userA"/>
                    <dgm:constr type="w" refType="userA" fact="0.015"/>
                    <dgm:constr type="h" refType="userA" fact="0.015"/>
                  </dgm:constrLst>
                  <dgm:ruleLst/>
                </dgm:layoutNode>
              </dgm:forEach>
            </dgm:forEach>
          </dgm:layoutNode>
        </dgm:layoutNode>
      </dgm:if>
      <dgm:else name="Name55"/>
    </dgm:choose>
    <dgm:choose name="Name56">
      <dgm:if name="Name57" axis="root ch" ptType="all node" st="1 1" cnt="0 0" func="cnt" op="gte" val="3">
        <dgm:layoutNode name="centerBox">
          <dgm:alg type="composite">
            <dgm:param type="horzAlign" val="none"/>
            <dgm:param type="vertAlign" val="none"/>
          </dgm:alg>
          <dgm:shape xmlns:r="http://schemas.openxmlformats.org/officeDocument/2006/relationships" r:blip="">
            <dgm:adjLst/>
          </dgm:shape>
          <dgm:presOf/>
          <dgm:choose name="Name58">
            <dgm:if name="Name59" axis="ch ch" ptType="node node" st="3 1" cnt="1 0" func="cnt" op="gt" val="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  <dgm:constr type="bMarg" for="ch" forName="centerBoxParent" refType="h" fact="1.6"/>
                <dgm:constr type="l" for="ch" forName="centerBoxChildren" refType="w" fact="0.025"/>
                <dgm:constr type="t" for="ch" forName="centerBoxChildren" refType="h" fact="0.45"/>
                <dgm:constr type="w" for="ch" forName="centerBoxChildren" refType="w" fact="0.95"/>
                <dgm:constr type="h" for="ch" forName="centerBoxChildren" refType="h" fact="0.45"/>
              </dgm:constrLst>
            </dgm:if>
            <dgm:else name="Name60">
              <dgm:constrLst>
                <dgm:constr type="l" for="ch" forName="centerBoxParent"/>
                <dgm:constr type="t" for="ch" forName="centerBoxParent"/>
                <dgm:constr type="w" for="ch" forName="centerBoxParent" refType="w"/>
                <dgm:constr type="h" for="ch" forName="centerBoxParent" refType="h"/>
              </dgm:constrLst>
            </dgm:else>
          </dgm:choose>
          <dgm:ruleLst/>
          <dgm:layoutNode name="centerBoxParent" styleLbl="node1">
            <dgm:alg type="tx">
              <dgm:param type="txAnchorVert" val="t"/>
              <dgm:param type="parTxLTRAlign" val="l"/>
              <dgm:param type="parTxRTLAlign" val="r"/>
            </dgm:alg>
            <dgm:shape xmlns:r="http://schemas.openxmlformats.org/officeDocument/2006/relationships" type="roundRect" r:blip="">
              <dgm:adjLst>
                <dgm:adj idx="1" val="0.105"/>
              </dgm:adjLst>
            </dgm:shape>
            <dgm:presOf axis="ch" ptType="node" st="3" cnt="1"/>
            <dgm:constrLst>
              <dgm:constr type="t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  <dgm:choose name="Name61">
            <dgm:if name="Name62" axis="ch ch" ptType="node node" st="3 1" cnt="1 0" func="cnt" op="gt" val="0">
              <dgm:layoutNode name="centerBoxChildren">
                <dgm:choose name="Name63">
                  <dgm:if name="Name64" func="var" arg="dir" op="equ" val="norm">
                    <dgm:alg type="lin">
                      <dgm:param type="horzAlign" val="l"/>
                    </dgm:alg>
                  </dgm:if>
                  <dgm:else name="Name65">
                    <dgm:alg type="lin">
                      <dgm:param type="linDir" val="fromR"/>
                      <dgm:param type="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cChild" refType="w"/>
                  <dgm:constr type="h" for="ch" forName="cChild" refType="h"/>
                </dgm:constrLst>
                <dgm:ruleLst/>
                <dgm:forEach name="Name66" axis="ch ch" ptType="node node" st="3 1" cnt="1 0">
                  <dgm:layoutNode name="cChild" styleLbl="fgAcc1">
                    <dgm:varLst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05"/>
                      </dgm:adjLst>
                    </dgm:shape>
                    <dgm:presOf axis="desOrSelf" ptType="node"/>
                    <dgm:constrLst>
                      <dgm:constr type="tMarg" refType="primFontSz" fact="0.3"/>
                      <dgm:constr type="bMarg" refType="primFontSz" fact="0.3"/>
                      <dgm:constr type="lMarg" refType="primFontSz" fact="0.3"/>
                      <dgm:constr type="rMarg" refType="primFontSz" fact="0.3"/>
                    </dgm:constrLst>
                    <dgm:ruleLst>
                      <dgm:rule type="primFontSz" val="5" fact="NaN" max="NaN"/>
                    </dgm:ruleLst>
                  </dgm:layoutNode>
                  <dgm:forEach name="Name67" axis="followSib" ptType="sibTrans" cnt="1">
                    <dgm:layoutNode name="centerSibTrans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userA"/>
                        <dgm:constr type="w" refType="userA" fact="0.015"/>
                        <dgm:constr type="h" refType="userA" fact="0.015"/>
                      </dgm:constrLst>
                      <dgm:ruleLst/>
                    </dgm:layoutNode>
                  </dgm:forEach>
                </dgm:forEach>
              </dgm:layoutNode>
            </dgm:if>
            <dgm:else name="Name68"/>
          </dgm:choose>
        </dgm:layoutNode>
      </dgm:if>
      <dgm:else name="Name6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7C5B3-00C6-4CC9-4659-CF2E84F630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66EDC-04C1-21F8-33B1-A8FCD7B59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B6CA5-1B45-39C2-A6B3-8312CE5FB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AC5EF-8D83-7D5C-1498-54EE968FF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96380-9396-83AC-6382-75C1B6E19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12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0F1F9-688F-4B95-FF9C-A71509641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E3815-F6E6-3C1E-C0DA-B18647D2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5F0FA-244A-EFF0-7551-26CFFFF45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C33B0-286A-29BC-5AC0-BAAC3F9A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72E59-36C1-18D8-23A2-612618A38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103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F733-C5D7-D53F-00DD-369DFD44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C6303-0D3A-528F-4D0C-A02F24E2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A1394-AAB0-C57C-EAD1-45E250AF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21993-DDCD-5035-801C-51C672A5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5D4AE-F512-FC75-6092-938E6B46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26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F2B6-1090-FCC7-89A2-4EA3EFE9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D985A-E927-A911-2E61-9CDCF3B9C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28F02D-42F5-6491-8E25-4EDB6ECE8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5C926-4B85-FEF3-97DE-5A32901A4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D8128-2652-DA7B-E963-D5C91D24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D0EAD-9E24-F6F7-55BD-9D3F1956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05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6FEF0-6176-BAFD-9874-9F80B6E7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50F15-07EB-8BA9-30D7-5E768D2FC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75038-F89B-C08D-F289-DA87C79C1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A1C661-97C8-1C89-7596-D666B5318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10739-955D-6869-0011-C2D775D45A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B18AA1-3CBD-6E61-248B-AF9F8262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C554E8-0ACA-D07E-826F-64E3D6F2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64C31-8179-900A-998A-051AD586F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40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0D15-C691-A7A1-8525-0AAC8F5BE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80000-33DA-B1C2-63E9-B1A08D0C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D92220-8617-BF9A-9091-D3E5965C6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127985-BD1A-C68C-8F65-C040F19A8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98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F82CFF-9BB2-9FC8-FEE7-D6948919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F19A5-FDEB-607E-E02A-175E5BF53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49EC4-6FE4-260F-6D73-453C3860E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26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5095-5456-D429-B2C6-C2E349C12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7D428-FC08-4CD4-8A5F-593C289C2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10645-1427-CA49-6AF7-396D6D66D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F23A8A-84ED-1A23-F8A2-33BAAFDC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823EA-BCDF-8378-9254-7BA09C735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FF1A8-E492-827E-9287-B09E1DF3F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2593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FFA0-F692-F618-BE52-8352CEFD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E49EC-B422-15C2-8B17-301F77474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74ECC-66A6-71EB-051D-03F4C8F6C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35B59-60CD-B7C2-31E7-32394B6B3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7300C-9D32-753B-2BB4-BA0CF4B04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F5A28-C841-7DE2-6A15-BB65528D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63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AAB3B-95FB-0368-8645-27FB84A83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B367D-50F1-65C3-A476-CD09355FD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34903-53D9-CE5C-15DE-98F24EFFB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0E5C9-6CCA-7A7A-9A01-6FEDDC74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7227E-7919-9D0B-0AE9-10995B1F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9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7095A-512D-9EA2-6E27-CAC387DCED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07CE6-5167-BC1A-54D6-0477E61166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AA68E-FBBA-E557-2F97-344EA15C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A30E-3CF0-81BF-36BC-AF843058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9437A-9683-D303-0EE6-F24CC1DA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85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E98BF-D166-F778-040A-07A52EC0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A7AD7-78C1-E0C2-B21B-E842137BD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41A72-C81A-7348-E684-4489BBF06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18E82-2D83-415E-9C8C-164F116F8C23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8C194-E7AF-EBCE-6562-CC516EDBC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D98E8-6586-4159-C347-AB9CD79A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C945D-1836-4276-9091-1A68B327E6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06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12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image" Target="../media/image13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1.xml"/><Relationship Id="rId13" Type="http://schemas.openxmlformats.org/officeDocument/2006/relationships/image" Target="../media/image17.svg"/><Relationship Id="rId3" Type="http://schemas.openxmlformats.org/officeDocument/2006/relationships/diagramLayout" Target="../diagrams/layout10.xml"/><Relationship Id="rId7" Type="http://schemas.openxmlformats.org/officeDocument/2006/relationships/diagramData" Target="../diagrams/data11.xml"/><Relationship Id="rId12" Type="http://schemas.openxmlformats.org/officeDocument/2006/relationships/image" Target="../media/image16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11" Type="http://schemas.microsoft.com/office/2007/relationships/diagramDrawing" Target="../diagrams/drawing11.xml"/><Relationship Id="rId5" Type="http://schemas.openxmlformats.org/officeDocument/2006/relationships/diagramColors" Target="../diagrams/colors10.xml"/><Relationship Id="rId10" Type="http://schemas.openxmlformats.org/officeDocument/2006/relationships/diagramColors" Target="../diagrams/colors11.xml"/><Relationship Id="rId4" Type="http://schemas.openxmlformats.org/officeDocument/2006/relationships/diagramQuickStyle" Target="../diagrams/quickStyle10.xml"/><Relationship Id="rId9" Type="http://schemas.openxmlformats.org/officeDocument/2006/relationships/diagramQuickStyle" Target="../diagrams/quickStyle11.xml"/><Relationship Id="rId1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12" Type="http://schemas.openxmlformats.org/officeDocument/2006/relationships/image" Target="../media/image20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13" Type="http://schemas.openxmlformats.org/officeDocument/2006/relationships/diagramLayout" Target="../diagrams/layout16.xml"/><Relationship Id="rId18" Type="http://schemas.openxmlformats.org/officeDocument/2006/relationships/image" Target="../media/image22.png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5.xml"/><Relationship Id="rId12" Type="http://schemas.openxmlformats.org/officeDocument/2006/relationships/diagramData" Target="../diagrams/data16.xml"/><Relationship Id="rId17" Type="http://schemas.openxmlformats.org/officeDocument/2006/relationships/image" Target="../media/image21.png"/><Relationship Id="rId2" Type="http://schemas.openxmlformats.org/officeDocument/2006/relationships/diagramData" Target="../diagrams/data14.xml"/><Relationship Id="rId16" Type="http://schemas.microsoft.com/office/2007/relationships/diagramDrawing" Target="../diagrams/drawing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5" Type="http://schemas.openxmlformats.org/officeDocument/2006/relationships/diagramColors" Target="../diagrams/colors16.xml"/><Relationship Id="rId10" Type="http://schemas.openxmlformats.org/officeDocument/2006/relationships/diagramColors" Target="../diagrams/colors15.xml"/><Relationship Id="rId19" Type="http://schemas.openxmlformats.org/officeDocument/2006/relationships/image" Target="../media/image23.png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Relationship Id="rId14" Type="http://schemas.openxmlformats.org/officeDocument/2006/relationships/diagramQuickStyle" Target="../diagrams/quickStyle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13" Type="http://schemas.openxmlformats.org/officeDocument/2006/relationships/image" Target="../media/image25.png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12" Type="http://schemas.openxmlformats.org/officeDocument/2006/relationships/image" Target="../media/image24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19.xml"/><Relationship Id="rId7" Type="http://schemas.openxmlformats.org/officeDocument/2006/relationships/diagramData" Target="../diagrams/data20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11" Type="http://schemas.microsoft.com/office/2007/relationships/diagramDrawing" Target="../diagrams/drawing20.xml"/><Relationship Id="rId5" Type="http://schemas.openxmlformats.org/officeDocument/2006/relationships/diagramColors" Target="../diagrams/colors19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19.xml"/><Relationship Id="rId9" Type="http://schemas.openxmlformats.org/officeDocument/2006/relationships/diagramQuickStyle" Target="../diagrams/quickStyl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9D96F24-0446-754A-0CD1-182B47116F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517200"/>
              </p:ext>
            </p:extLst>
          </p:nvPr>
        </p:nvGraphicFramePr>
        <p:xfrm>
          <a:off x="280416" y="260032"/>
          <a:ext cx="9144000" cy="238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6BA0F7-7BFC-A123-CD7B-0AFE9293B1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2447173"/>
              </p:ext>
            </p:extLst>
          </p:nvPr>
        </p:nvGraphicFramePr>
        <p:xfrm>
          <a:off x="-1251251" y="2167128"/>
          <a:ext cx="8528744" cy="3602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AD96BD01-3383-88E5-CE13-49611B946D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5167434"/>
              </p:ext>
            </p:extLst>
          </p:nvPr>
        </p:nvGraphicFramePr>
        <p:xfrm>
          <a:off x="5266944" y="3730752"/>
          <a:ext cx="6675120" cy="2867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764483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236821E-4857-7722-0DE4-A99EA333A5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6730604"/>
              </p:ext>
            </p:extLst>
          </p:nvPr>
        </p:nvGraphicFramePr>
        <p:xfrm>
          <a:off x="875145" y="39283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B8DB9D6-22E9-F4FE-5E68-DAEAF6BBD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065389"/>
              </p:ext>
            </p:extLst>
          </p:nvPr>
        </p:nvGraphicFramePr>
        <p:xfrm>
          <a:off x="875145" y="2194838"/>
          <a:ext cx="10515600" cy="3310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343CC76-BBCC-5848-E55D-4A0D58A0DF21}"/>
              </a:ext>
            </a:extLst>
          </p:cNvPr>
          <p:cNvSpPr txBox="1"/>
          <p:nvPr/>
        </p:nvSpPr>
        <p:spPr>
          <a:xfrm>
            <a:off x="3934690" y="1410621"/>
            <a:ext cx="5163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Framework for analyzing market performance and portfolio strategy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45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C491876-4386-9D09-24F6-578BD5A503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9489015"/>
              </p:ext>
            </p:extLst>
          </p:nvPr>
        </p:nvGraphicFramePr>
        <p:xfrm>
          <a:off x="-1133856" y="365125"/>
          <a:ext cx="1421892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2E1AD7-E8B4-75E8-E4CB-766BC1B0D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143842"/>
              </p:ext>
            </p:extLst>
          </p:nvPr>
        </p:nvGraphicFramePr>
        <p:xfrm>
          <a:off x="1003962" y="2149475"/>
          <a:ext cx="422558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56A5E68-9165-7A94-6791-AE3B29D3823F}"/>
              </a:ext>
            </a:extLst>
          </p:cNvPr>
          <p:cNvSpPr txBox="1"/>
          <p:nvPr/>
        </p:nvSpPr>
        <p:spPr>
          <a:xfrm>
            <a:off x="4325112" y="1321356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Sector performance insights (2015–2020)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31EF73-AFDB-1B95-FD9F-A8A6E3FE40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4465" y="1907112"/>
            <a:ext cx="6159015" cy="47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77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31D2C65-D716-A970-6D50-879D3A4F06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90024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8938D98-D780-995E-9638-9950586C2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672207"/>
              </p:ext>
            </p:extLst>
          </p:nvPr>
        </p:nvGraphicFramePr>
        <p:xfrm>
          <a:off x="838200" y="2551493"/>
          <a:ext cx="4370832" cy="30723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D1FE302-0CB3-7985-337A-43663BACBE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3944" y="1938528"/>
            <a:ext cx="6723455" cy="431596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14FD4F-7B0D-DC55-9B4C-873FAF0ED1CF}"/>
              </a:ext>
            </a:extLst>
          </p:cNvPr>
          <p:cNvSpPr txBox="1"/>
          <p:nvPr/>
        </p:nvSpPr>
        <p:spPr>
          <a:xfrm>
            <a:off x="3685032" y="1323460"/>
            <a:ext cx="452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Stock performance comparison (2015–2020)</a:t>
            </a:r>
          </a:p>
        </p:txBody>
      </p:sp>
    </p:spTree>
    <p:extLst>
      <p:ext uri="{BB962C8B-B14F-4D97-AF65-F5344CB8AC3E}">
        <p14:creationId xmlns:p14="http://schemas.microsoft.com/office/powerpoint/2010/main" val="206345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DC595D7-0366-9BC9-C738-A1A8242AFE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4552203"/>
              </p:ext>
            </p:extLst>
          </p:nvPr>
        </p:nvGraphicFramePr>
        <p:xfrm>
          <a:off x="-895829" y="348251"/>
          <a:ext cx="13219176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CC8D56-E433-0D74-A05F-A5B21B0330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0536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7" name="Graphic 6" descr="Statistics with solid fill">
            <a:extLst>
              <a:ext uri="{FF2B5EF4-FFF2-40B4-BE49-F238E27FC236}">
                <a16:creationId xmlns:a16="http://schemas.microsoft.com/office/drawing/2014/main" id="{EE09CB5D-76EE-932E-9C3F-388403F6A3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34328" y="1871345"/>
            <a:ext cx="560832" cy="560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17C049-E035-40E8-687A-1742B0E4AC9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09" y="1871345"/>
            <a:ext cx="560832" cy="5608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8CEE1B-271E-0EFD-5338-4E24FDA6D4D6}"/>
              </a:ext>
            </a:extLst>
          </p:cNvPr>
          <p:cNvSpPr txBox="1"/>
          <p:nvPr/>
        </p:nvSpPr>
        <p:spPr>
          <a:xfrm>
            <a:off x="3657600" y="1329179"/>
            <a:ext cx="4685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Strategic portfolio allocation for varying investment objectives</a:t>
            </a:r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92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62EA087-C063-FF5A-B6C1-443793EC35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758313"/>
              </p:ext>
            </p:extLst>
          </p:nvPr>
        </p:nvGraphicFramePr>
        <p:xfrm>
          <a:off x="-1353313" y="365125"/>
          <a:ext cx="15125873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01376AB-A6BF-8C6D-9437-E9049DDE3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500350"/>
              </p:ext>
            </p:extLst>
          </p:nvPr>
        </p:nvGraphicFramePr>
        <p:xfrm>
          <a:off x="838200" y="1991486"/>
          <a:ext cx="4346449" cy="4143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803835-D8EA-4F0D-5F6E-1E0280076186}"/>
              </a:ext>
            </a:extLst>
          </p:cNvPr>
          <p:cNvSpPr txBox="1"/>
          <p:nvPr/>
        </p:nvSpPr>
        <p:spPr>
          <a:xfrm>
            <a:off x="4477732" y="1371270"/>
            <a:ext cx="467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Growth and risk-adjusted performance of portfolio strategies</a:t>
            </a: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0EAFA6-FDAE-630C-83FF-A95F07D7327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176" y="1802950"/>
            <a:ext cx="6827362" cy="448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43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5E86B7C-8A6F-318A-5E0D-AC0FCDE05B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8732170"/>
              </p:ext>
            </p:extLst>
          </p:nvPr>
        </p:nvGraphicFramePr>
        <p:xfrm>
          <a:off x="838200" y="365125"/>
          <a:ext cx="105156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67F742-8603-EC8F-55EB-88FFC70BF4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9261619"/>
              </p:ext>
            </p:extLst>
          </p:nvPr>
        </p:nvGraphicFramePr>
        <p:xfrm>
          <a:off x="729376" y="2194437"/>
          <a:ext cx="6248556" cy="1868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DDEE664-42D0-159D-1BE4-08FFC0FA22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9552375"/>
              </p:ext>
            </p:extLst>
          </p:nvPr>
        </p:nvGraphicFramePr>
        <p:xfrm>
          <a:off x="729376" y="4128357"/>
          <a:ext cx="6248556" cy="2429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4DB22B2-AEC9-8A0F-6A93-A64A1C5D32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09340" y="1771629"/>
            <a:ext cx="3557728" cy="21644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E32419-A607-AB7F-3260-F9E543F25660}"/>
              </a:ext>
            </a:extLst>
          </p:cNvPr>
          <p:cNvSpPr txBox="1"/>
          <p:nvPr/>
        </p:nvSpPr>
        <p:spPr>
          <a:xfrm>
            <a:off x="7573347" y="3891772"/>
            <a:ext cx="3190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Conservative Stocks Allocation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5C5985-F5A9-181E-3914-9E92C61B8FE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09339" y="4261104"/>
            <a:ext cx="3557728" cy="21644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4059795-410F-6792-3F59-FC219A8D8D7A}"/>
              </a:ext>
            </a:extLst>
          </p:cNvPr>
          <p:cNvSpPr txBox="1"/>
          <p:nvPr/>
        </p:nvSpPr>
        <p:spPr>
          <a:xfrm>
            <a:off x="7541342" y="6384630"/>
            <a:ext cx="3254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Aggressive</a:t>
            </a:r>
            <a:r>
              <a:rPr lang="en-US" sz="2000" dirty="0">
                <a:solidFill>
                  <a:schemeClr val="bg1"/>
                </a:solidFill>
              </a:rPr>
              <a:t> Stocks Allocation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BD6E14F-3081-1B7C-CB5E-F49D471582D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884"/>
          <a:stretch>
            <a:fillRect/>
          </a:stretch>
        </p:blipFill>
        <p:spPr>
          <a:xfrm>
            <a:off x="838200" y="4825438"/>
            <a:ext cx="1076363" cy="1035759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005E7F-1AD6-0971-B522-31AF6BD84964}"/>
              </a:ext>
            </a:extLst>
          </p:cNvPr>
          <p:cNvSpPr txBox="1"/>
          <p:nvPr/>
        </p:nvSpPr>
        <p:spPr>
          <a:xfrm>
            <a:off x="3057236" y="1316293"/>
            <a:ext cx="588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Portfolio allocation strategy based on risk and return insights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675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011256F-3848-6531-3C68-883C25E29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0956238"/>
              </p:ext>
            </p:extLst>
          </p:nvPr>
        </p:nvGraphicFramePr>
        <p:xfrm>
          <a:off x="838200" y="1"/>
          <a:ext cx="10515600" cy="1690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0A8DC74-B361-493E-B84F-A62FC15225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559268"/>
              </p:ext>
            </p:extLst>
          </p:nvPr>
        </p:nvGraphicFramePr>
        <p:xfrm>
          <a:off x="-156002" y="1775135"/>
          <a:ext cx="3493562" cy="42781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C32DA40-345F-8FA4-FCFC-008231F7FDA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77441" y="1590234"/>
            <a:ext cx="9491934" cy="46595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F047EC-39A9-70D6-DFEB-1282D646E5C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14" y="426444"/>
            <a:ext cx="837802" cy="8378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96F661-E540-79EF-CF9E-A558E7325CFD}"/>
              </a:ext>
            </a:extLst>
          </p:cNvPr>
          <p:cNvSpPr txBox="1"/>
          <p:nvPr/>
        </p:nvSpPr>
        <p:spPr>
          <a:xfrm>
            <a:off x="1929384" y="981069"/>
            <a:ext cx="4233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Interactive portfolio performance and risk monitoring</a:t>
            </a:r>
          </a:p>
        </p:txBody>
      </p:sp>
    </p:spTree>
    <p:extLst>
      <p:ext uri="{BB962C8B-B14F-4D97-AF65-F5344CB8AC3E}">
        <p14:creationId xmlns:p14="http://schemas.microsoft.com/office/powerpoint/2010/main" val="310363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C573914-0320-94C9-4782-51484E476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1560041"/>
              </p:ext>
            </p:extLst>
          </p:nvPr>
        </p:nvGraphicFramePr>
        <p:xfrm>
          <a:off x="-716437" y="365125"/>
          <a:ext cx="13885682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BECF0A-AB48-DB7C-EED5-E6FEBDF361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20609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E4778F6-968F-74DD-3C03-3DA8987077C3}"/>
              </a:ext>
            </a:extLst>
          </p:cNvPr>
          <p:cNvSpPr txBox="1"/>
          <p:nvPr/>
        </p:nvSpPr>
        <p:spPr>
          <a:xfrm>
            <a:off x="5507919" y="1296491"/>
            <a:ext cx="4544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Key investment takeaways</a:t>
            </a:r>
          </a:p>
        </p:txBody>
      </p:sp>
    </p:spTree>
    <p:extLst>
      <p:ext uri="{BB962C8B-B14F-4D97-AF65-F5344CB8AC3E}">
        <p14:creationId xmlns:p14="http://schemas.microsoft.com/office/powerpoint/2010/main" val="2597205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296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Kartikey Singh</dc:creator>
  <cp:lastModifiedBy>Kartikey Singh</cp:lastModifiedBy>
  <cp:revision>8</cp:revision>
  <dcterms:created xsi:type="dcterms:W3CDTF">2026-03-06T15:18:17Z</dcterms:created>
  <dcterms:modified xsi:type="dcterms:W3CDTF">2026-03-10T17:43:40Z</dcterms:modified>
</cp:coreProperties>
</file>